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165" r:id="rId1"/>
  </p:sldMasterIdLst>
  <p:notesMasterIdLst>
    <p:notesMasterId r:id="rId22"/>
  </p:notesMasterIdLst>
  <p:sldIdLst>
    <p:sldId id="256" r:id="rId2"/>
    <p:sldId id="257" r:id="rId3"/>
    <p:sldId id="258" r:id="rId4"/>
    <p:sldId id="259" r:id="rId5"/>
    <p:sldId id="268" r:id="rId6"/>
    <p:sldId id="269" r:id="rId7"/>
    <p:sldId id="261" r:id="rId8"/>
    <p:sldId id="263" r:id="rId9"/>
    <p:sldId id="270" r:id="rId10"/>
    <p:sldId id="271" r:id="rId11"/>
    <p:sldId id="265" r:id="rId12"/>
    <p:sldId id="273" r:id="rId13"/>
    <p:sldId id="262" r:id="rId14"/>
    <p:sldId id="272" r:id="rId15"/>
    <p:sldId id="266" r:id="rId16"/>
    <p:sldId id="274" r:id="rId17"/>
    <p:sldId id="275" r:id="rId18"/>
    <p:sldId id="276" r:id="rId19"/>
    <p:sldId id="277" r:id="rId20"/>
    <p:sldId id="267" r:id="rId21"/>
  </p:sldIdLst>
  <p:sldSz cx="12192000" cy="6858000"/>
  <p:notesSz cx="6858000" cy="9144000"/>
  <p:defaultTextStyle>
    <a:defPPr>
      <a:defRPr lang="en-A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ED20B"/>
    <a:srgbClr val="00BFB3"/>
    <a:srgbClr val="02A9E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2742"/>
    <p:restoredTop sz="88960"/>
  </p:normalViewPr>
  <p:slideViewPr>
    <p:cSldViewPr snapToGrid="0">
      <p:cViewPr varScale="1">
        <p:scale>
          <a:sx n="85" d="100"/>
          <a:sy n="85" d="100"/>
        </p:scale>
        <p:origin x="576" y="93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T"/>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7C1BCD2-C187-B342-9D66-FD6DDE94747E}" type="datetimeFigureOut">
              <a:rPr lang="en-AT" smtClean="0"/>
              <a:t>11.05.26</a:t>
            </a:fld>
            <a:endParaRPr lang="en-AT"/>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T"/>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T"/>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AT"/>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9565C50-69E9-8E49-A3AB-C69605F3BCD6}" type="slidenum">
              <a:rPr lang="en-AT" smtClean="0"/>
              <a:t>‹#›</a:t>
            </a:fld>
            <a:endParaRPr lang="en-AT"/>
          </a:p>
        </p:txBody>
      </p:sp>
    </p:spTree>
    <p:extLst>
      <p:ext uri="{BB962C8B-B14F-4D97-AF65-F5344CB8AC3E}">
        <p14:creationId xmlns:p14="http://schemas.microsoft.com/office/powerpoint/2010/main" val="361089412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www.geeksforgeeks.org/javascript/json/" TargetMode="External"/><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3" Type="http://schemas.openxmlformats.org/officeDocument/2006/relationships/hyperlink" Target="https://www.geeksforgeeks.org/javascript/json/" TargetMode="External"/><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T" dirty="0"/>
          </a:p>
        </p:txBody>
      </p:sp>
      <p:sp>
        <p:nvSpPr>
          <p:cNvPr id="4" name="Slide Number Placeholder 3"/>
          <p:cNvSpPr>
            <a:spLocks noGrp="1"/>
          </p:cNvSpPr>
          <p:nvPr>
            <p:ph type="sldNum" sz="quarter" idx="5"/>
          </p:nvPr>
        </p:nvSpPr>
        <p:spPr/>
        <p:txBody>
          <a:bodyPr/>
          <a:lstStyle/>
          <a:p>
            <a:fld id="{C9565C50-69E9-8E49-A3AB-C69605F3BCD6}" type="slidenum">
              <a:rPr lang="en-AT" smtClean="0"/>
              <a:t>2</a:t>
            </a:fld>
            <a:endParaRPr lang="en-AT"/>
          </a:p>
        </p:txBody>
      </p:sp>
    </p:spTree>
    <p:extLst>
      <p:ext uri="{BB962C8B-B14F-4D97-AF65-F5344CB8AC3E}">
        <p14:creationId xmlns:p14="http://schemas.microsoft.com/office/powerpoint/2010/main" val="304932432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a:solidFill>
                  <a:schemeClr val="tx1"/>
                </a:solidFill>
                <a:effectLst/>
                <a:latin typeface="+mn-lt"/>
                <a:ea typeface="+mn-ea"/>
                <a:cs typeface="+mn-cs"/>
              </a:rPr>
              <a:t>Elasticsearch stores data in </a:t>
            </a:r>
            <a:r>
              <a:rPr lang="en-GB" sz="1200" b="0" i="0" u="sng" kern="1200" dirty="0">
                <a:solidFill>
                  <a:schemeClr val="tx1"/>
                </a:solidFill>
                <a:effectLst/>
                <a:latin typeface="+mn-lt"/>
                <a:ea typeface="+mn-ea"/>
                <a:cs typeface="+mn-cs"/>
                <a:hlinkClick r:id="rId3"/>
              </a:rPr>
              <a:t>JSON </a:t>
            </a:r>
            <a:r>
              <a:rPr lang="en-GB" sz="1200" b="0" i="0" kern="1200" dirty="0">
                <a:solidFill>
                  <a:schemeClr val="tx1"/>
                </a:solidFill>
                <a:effectLst/>
                <a:latin typeface="+mn-lt"/>
                <a:ea typeface="+mn-ea"/>
                <a:cs typeface="+mn-cs"/>
              </a:rPr>
              <a:t>format and making it easy to index and search structured and unstructured data.</a:t>
            </a:r>
          </a:p>
          <a:p>
            <a:endParaRPr lang="en-AT" dirty="0"/>
          </a:p>
        </p:txBody>
      </p:sp>
      <p:sp>
        <p:nvSpPr>
          <p:cNvPr id="4" name="Slide Number Placeholder 3"/>
          <p:cNvSpPr>
            <a:spLocks noGrp="1"/>
          </p:cNvSpPr>
          <p:nvPr>
            <p:ph type="sldNum" sz="quarter" idx="5"/>
          </p:nvPr>
        </p:nvSpPr>
        <p:spPr/>
        <p:txBody>
          <a:bodyPr/>
          <a:lstStyle/>
          <a:p>
            <a:fld id="{C9565C50-69E9-8E49-A3AB-C69605F3BCD6}" type="slidenum">
              <a:rPr lang="en-AT" smtClean="0"/>
              <a:t>3</a:t>
            </a:fld>
            <a:endParaRPr lang="en-AT"/>
          </a:p>
        </p:txBody>
      </p:sp>
    </p:spTree>
    <p:extLst>
      <p:ext uri="{BB962C8B-B14F-4D97-AF65-F5344CB8AC3E}">
        <p14:creationId xmlns:p14="http://schemas.microsoft.com/office/powerpoint/2010/main" val="406135383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FF15B0-999E-1514-A448-870AE972EC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1A1D50-85DC-9F8F-A115-7EA606E0A4F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1295E3-FE6D-F2C0-158D-BDC48780DC1D}"/>
              </a:ext>
            </a:extLst>
          </p:cNvPr>
          <p:cNvSpPr>
            <a:spLocks noGrp="1"/>
          </p:cNvSpPr>
          <p:nvPr>
            <p:ph type="body" idx="1"/>
          </p:nvPr>
        </p:nvSpPr>
        <p:spPr/>
        <p:txBody>
          <a:bodyPr/>
          <a:lstStyle/>
          <a:p>
            <a:r>
              <a:rPr lang="en-GB" sz="1200" b="1" i="0" kern="1200" dirty="0">
                <a:solidFill>
                  <a:schemeClr val="tx1"/>
                </a:solidFill>
                <a:effectLst/>
                <a:latin typeface="+mn-lt"/>
                <a:ea typeface="+mn-ea"/>
                <a:cs typeface="+mn-cs"/>
              </a:rPr>
              <a:t>Beats </a:t>
            </a:r>
            <a:r>
              <a:rPr lang="en-GB" sz="1200" b="0" i="0" kern="1200" dirty="0">
                <a:solidFill>
                  <a:schemeClr val="tx1"/>
                </a:solidFill>
                <a:effectLst/>
                <a:latin typeface="+mn-lt"/>
                <a:ea typeface="+mn-ea"/>
                <a:cs typeface="+mn-cs"/>
              </a:rPr>
              <a:t>for </a:t>
            </a:r>
            <a:r>
              <a:rPr lang="en-GB" sz="1200" b="1" i="0" kern="1200" dirty="0">
                <a:solidFill>
                  <a:schemeClr val="tx1"/>
                </a:solidFill>
                <a:effectLst/>
                <a:latin typeface="+mn-lt"/>
                <a:ea typeface="+mn-ea"/>
                <a:cs typeface="+mn-cs"/>
              </a:rPr>
              <a:t>data shipping, </a:t>
            </a:r>
            <a:r>
              <a:rPr lang="en-GB" sz="1200" b="0" i="0" kern="1200" dirty="0">
                <a:solidFill>
                  <a:schemeClr val="tx1"/>
                </a:solidFill>
                <a:effectLst/>
                <a:latin typeface="+mn-lt"/>
                <a:ea typeface="+mn-ea"/>
                <a:cs typeface="+mn-cs"/>
              </a:rPr>
              <a:t>and </a:t>
            </a:r>
            <a:r>
              <a:rPr lang="en-GB" sz="1200" b="1" i="0" kern="1200" dirty="0">
                <a:solidFill>
                  <a:schemeClr val="tx1"/>
                </a:solidFill>
                <a:effectLst/>
                <a:latin typeface="+mn-lt"/>
                <a:ea typeface="+mn-ea"/>
                <a:cs typeface="+mn-cs"/>
              </a:rPr>
              <a:t>Logstash</a:t>
            </a:r>
            <a:r>
              <a:rPr lang="en-GB" sz="1200" b="0" i="0" kern="1200" dirty="0">
                <a:solidFill>
                  <a:schemeClr val="tx1"/>
                </a:solidFill>
                <a:effectLst/>
                <a:latin typeface="+mn-lt"/>
                <a:ea typeface="+mn-ea"/>
                <a:cs typeface="+mn-cs"/>
              </a:rPr>
              <a:t> for </a:t>
            </a:r>
            <a:r>
              <a:rPr lang="en-GB" sz="1200" b="1" i="0" kern="1200" dirty="0">
                <a:solidFill>
                  <a:schemeClr val="tx1"/>
                </a:solidFill>
                <a:effectLst/>
                <a:latin typeface="+mn-lt"/>
                <a:ea typeface="+mn-ea"/>
                <a:cs typeface="+mn-cs"/>
              </a:rPr>
              <a:t>data processing.</a:t>
            </a:r>
            <a:endParaRPr lang="en-AT" dirty="0"/>
          </a:p>
        </p:txBody>
      </p:sp>
      <p:sp>
        <p:nvSpPr>
          <p:cNvPr id="4" name="Slide Number Placeholder 3">
            <a:extLst>
              <a:ext uri="{FF2B5EF4-FFF2-40B4-BE49-F238E27FC236}">
                <a16:creationId xmlns:a16="http://schemas.microsoft.com/office/drawing/2014/main" id="{ED57ED8E-6070-D589-7FDB-EB2B35929DAA}"/>
              </a:ext>
            </a:extLst>
          </p:cNvPr>
          <p:cNvSpPr>
            <a:spLocks noGrp="1"/>
          </p:cNvSpPr>
          <p:nvPr>
            <p:ph type="sldNum" sz="quarter" idx="5"/>
          </p:nvPr>
        </p:nvSpPr>
        <p:spPr/>
        <p:txBody>
          <a:bodyPr/>
          <a:lstStyle/>
          <a:p>
            <a:fld id="{C9565C50-69E9-8E49-A3AB-C69605F3BCD6}" type="slidenum">
              <a:rPr lang="en-AT" smtClean="0"/>
              <a:t>4</a:t>
            </a:fld>
            <a:endParaRPr lang="en-AT"/>
          </a:p>
        </p:txBody>
      </p:sp>
    </p:spTree>
    <p:extLst>
      <p:ext uri="{BB962C8B-B14F-4D97-AF65-F5344CB8AC3E}">
        <p14:creationId xmlns:p14="http://schemas.microsoft.com/office/powerpoint/2010/main" val="313561039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3C0524-611F-2FEB-987D-56FF6839C6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FF4783-AD51-7669-A8B6-40D1A425E6B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CFA6D1-F98B-DDBF-41A2-86767096B06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a:solidFill>
                  <a:schemeClr val="tx1"/>
                </a:solidFill>
                <a:effectLst/>
                <a:latin typeface="+mn-lt"/>
                <a:ea typeface="+mn-ea"/>
                <a:cs typeface="+mn-cs"/>
              </a:rPr>
              <a:t>Elasticsearch stores data in </a:t>
            </a:r>
            <a:r>
              <a:rPr lang="en-GB" sz="1200" b="0" i="0" u="sng" kern="1200" dirty="0">
                <a:solidFill>
                  <a:schemeClr val="tx1"/>
                </a:solidFill>
                <a:effectLst/>
                <a:latin typeface="+mn-lt"/>
                <a:ea typeface="+mn-ea"/>
                <a:cs typeface="+mn-cs"/>
                <a:hlinkClick r:id="rId3"/>
              </a:rPr>
              <a:t>JSON </a:t>
            </a:r>
            <a:r>
              <a:rPr lang="en-GB" sz="1200" b="0" i="0" kern="1200" dirty="0">
                <a:solidFill>
                  <a:schemeClr val="tx1"/>
                </a:solidFill>
                <a:effectLst/>
                <a:latin typeface="+mn-lt"/>
                <a:ea typeface="+mn-ea"/>
                <a:cs typeface="+mn-cs"/>
              </a:rPr>
              <a:t>format and making it easy to index and search structured and unstructured data.</a:t>
            </a:r>
          </a:p>
          <a:p>
            <a:endParaRPr lang="en-AT" dirty="0"/>
          </a:p>
        </p:txBody>
      </p:sp>
      <p:sp>
        <p:nvSpPr>
          <p:cNvPr id="4" name="Slide Number Placeholder 3">
            <a:extLst>
              <a:ext uri="{FF2B5EF4-FFF2-40B4-BE49-F238E27FC236}">
                <a16:creationId xmlns:a16="http://schemas.microsoft.com/office/drawing/2014/main" id="{3042EE7D-3B6A-FE6E-72E1-E71691C44AF6}"/>
              </a:ext>
            </a:extLst>
          </p:cNvPr>
          <p:cNvSpPr>
            <a:spLocks noGrp="1"/>
          </p:cNvSpPr>
          <p:nvPr>
            <p:ph type="sldNum" sz="quarter" idx="5"/>
          </p:nvPr>
        </p:nvSpPr>
        <p:spPr/>
        <p:txBody>
          <a:bodyPr/>
          <a:lstStyle/>
          <a:p>
            <a:fld id="{C9565C50-69E9-8E49-A3AB-C69605F3BCD6}" type="slidenum">
              <a:rPr lang="en-AT" smtClean="0"/>
              <a:t>5</a:t>
            </a:fld>
            <a:endParaRPr lang="en-AT"/>
          </a:p>
        </p:txBody>
      </p:sp>
    </p:spTree>
    <p:extLst>
      <p:ext uri="{BB962C8B-B14F-4D97-AF65-F5344CB8AC3E}">
        <p14:creationId xmlns:p14="http://schemas.microsoft.com/office/powerpoint/2010/main" val="170122292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ECB156-0B84-FD0E-B5B8-947EC60528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507E35-D2CC-C05B-9FAE-B309FD499E6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609CF0-21C4-B8AC-DBEF-DA33107D3690}"/>
              </a:ext>
            </a:extLst>
          </p:cNvPr>
          <p:cNvSpPr>
            <a:spLocks noGrp="1"/>
          </p:cNvSpPr>
          <p:nvPr>
            <p:ph type="body" idx="1"/>
          </p:nvPr>
        </p:nvSpPr>
        <p:spPr/>
        <p: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1200" b="0" i="0" u="none" strike="noStrike" kern="1200" dirty="0">
                <a:solidFill>
                  <a:schemeClr val="tx1"/>
                </a:solidFill>
                <a:effectLst/>
                <a:latin typeface="+mn-lt"/>
                <a:ea typeface="+mn-ea"/>
                <a:cs typeface="+mn-cs"/>
              </a:rPr>
              <a:t>Elasticsearch is because of its architecture distributed by nature. This allows it to scale horizontally  across </a:t>
            </a:r>
            <a:r>
              <a:rPr lang="en-GB" sz="1200" b="0" i="0" u="none" strike="noStrike" kern="1200" dirty="0" err="1">
                <a:solidFill>
                  <a:schemeClr val="tx1"/>
                </a:solidFill>
                <a:effectLst/>
                <a:latin typeface="+mn-lt"/>
                <a:ea typeface="+mn-ea"/>
                <a:cs typeface="+mn-cs"/>
              </a:rPr>
              <a:t>multible</a:t>
            </a:r>
            <a:r>
              <a:rPr lang="en-GB" sz="1200" b="0" i="0" u="none" strike="noStrike" kern="1200" dirty="0">
                <a:solidFill>
                  <a:schemeClr val="tx1"/>
                </a:solidFill>
                <a:effectLst/>
                <a:latin typeface="+mn-lt"/>
                <a:ea typeface="+mn-ea"/>
                <a:cs typeface="+mn-cs"/>
              </a:rPr>
              <a:t> nodes to handle large datasets and high query volumes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1200" b="0" i="0" u="none" strike="noStrike" kern="1200" dirty="0">
                <a:solidFill>
                  <a:schemeClr val="tx1"/>
                </a:solidFill>
                <a:effectLst/>
                <a:latin typeface="+mn-lt"/>
                <a:ea typeface="+mn-ea"/>
                <a:cs typeface="+mn-cs"/>
              </a:rPr>
              <a:t>It provides powerful full-text-search capabilities, enabling users to search for documents based on their content and relevance</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1200" b="0" i="0" u="none" strike="noStrike" kern="1200" dirty="0">
                <a:solidFill>
                  <a:schemeClr val="tx1"/>
                </a:solidFill>
                <a:effectLst/>
                <a:latin typeface="+mn-lt"/>
                <a:ea typeface="+mn-ea"/>
                <a:cs typeface="+mn-cs"/>
              </a:rPr>
              <a:t>Support real time indexing and </a:t>
            </a:r>
            <a:r>
              <a:rPr lang="en-GB" sz="1200" b="0" i="0" u="none" strike="noStrike" kern="1200" dirty="0" err="1">
                <a:solidFill>
                  <a:schemeClr val="tx1"/>
                </a:solidFill>
                <a:effectLst/>
                <a:latin typeface="+mn-lt"/>
                <a:ea typeface="+mn-ea"/>
                <a:cs typeface="+mn-cs"/>
              </a:rPr>
              <a:t>quering</a:t>
            </a:r>
            <a:r>
              <a:rPr lang="en-GB" sz="1200" b="0" i="0" u="none" strike="noStrike" kern="1200" dirty="0">
                <a:solidFill>
                  <a:schemeClr val="tx1"/>
                </a:solidFill>
                <a:effectLst/>
                <a:latin typeface="+mn-lt"/>
                <a:ea typeface="+mn-ea"/>
                <a:cs typeface="+mn-cs"/>
              </a:rPr>
              <a:t>, making it suitable for use cases that require up-to-date insights from continuously changing data</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1200" b="0" i="0" u="none" strike="noStrike" kern="1200" dirty="0">
                <a:solidFill>
                  <a:schemeClr val="tx1"/>
                </a:solidFill>
                <a:effectLst/>
                <a:latin typeface="+mn-lt"/>
                <a:ea typeface="+mn-ea"/>
                <a:cs typeface="+mn-cs"/>
              </a:rPr>
              <a:t>Offers a RESTful API, making it easy to interact with the system using simple http requests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1200" b="0" i="0" u="none" strike="noStrike" kern="1200" dirty="0">
                <a:solidFill>
                  <a:schemeClr val="tx1"/>
                </a:solidFill>
                <a:effectLst/>
                <a:latin typeface="+mn-lt"/>
                <a:ea typeface="+mn-ea"/>
                <a:cs typeface="+mn-cs"/>
              </a:rPr>
              <a:t>Is </a:t>
            </a:r>
            <a:r>
              <a:rPr lang="en-GB" sz="1200" b="0" i="0" u="none" strike="noStrike" kern="1200" dirty="0" err="1">
                <a:solidFill>
                  <a:schemeClr val="tx1"/>
                </a:solidFill>
                <a:effectLst/>
                <a:latin typeface="+mn-lt"/>
                <a:ea typeface="+mn-ea"/>
                <a:cs typeface="+mn-cs"/>
              </a:rPr>
              <a:t>schemaless</a:t>
            </a:r>
            <a:r>
              <a:rPr lang="en-GB" sz="1200" b="0" i="0" u="none" strike="noStrike" kern="1200" dirty="0">
                <a:solidFill>
                  <a:schemeClr val="tx1"/>
                </a:solidFill>
                <a:effectLst/>
                <a:latin typeface="+mn-lt"/>
                <a:ea typeface="+mn-ea"/>
                <a:cs typeface="+mn-cs"/>
              </a:rPr>
              <a:t>, meaning we can index and search data without having to define a </a:t>
            </a:r>
            <a:r>
              <a:rPr lang="en-GB" sz="1200" b="0" i="0" u="none" strike="noStrike" kern="1200" dirty="0" err="1">
                <a:solidFill>
                  <a:schemeClr val="tx1"/>
                </a:solidFill>
                <a:effectLst/>
                <a:latin typeface="+mn-lt"/>
                <a:ea typeface="+mn-ea"/>
                <a:cs typeface="+mn-cs"/>
              </a:rPr>
              <a:t>rigit</a:t>
            </a:r>
            <a:r>
              <a:rPr lang="en-GB" sz="1200" b="0" i="0" u="none" strike="noStrike" kern="1200" dirty="0">
                <a:solidFill>
                  <a:schemeClr val="tx1"/>
                </a:solidFill>
                <a:effectLst/>
                <a:latin typeface="+mn-lt"/>
                <a:ea typeface="+mn-ea"/>
                <a:cs typeface="+mn-cs"/>
              </a:rPr>
              <a:t> schema already</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GB" sz="1200" b="0" i="0" u="none" strike="noStrike" kern="1200" dirty="0">
              <a:solidFill>
                <a:schemeClr val="tx1"/>
              </a:solidFill>
              <a:effectLst/>
              <a:latin typeface="+mn-lt"/>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GB" sz="1200" b="0" i="0" kern="1200" dirty="0">
              <a:solidFill>
                <a:schemeClr val="tx1"/>
              </a:solidFill>
              <a:effectLst/>
              <a:latin typeface="+mn-lt"/>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GB" sz="1200" b="0" i="0" kern="1200" dirty="0">
              <a:solidFill>
                <a:schemeClr val="tx1"/>
              </a:solidFill>
              <a:effectLst/>
              <a:latin typeface="+mn-lt"/>
              <a:ea typeface="+mn-ea"/>
              <a:cs typeface="+mn-cs"/>
            </a:endParaRPr>
          </a:p>
          <a:p>
            <a:endParaRPr lang="en-AT" dirty="0"/>
          </a:p>
        </p:txBody>
      </p:sp>
      <p:sp>
        <p:nvSpPr>
          <p:cNvPr id="4" name="Slide Number Placeholder 3">
            <a:extLst>
              <a:ext uri="{FF2B5EF4-FFF2-40B4-BE49-F238E27FC236}">
                <a16:creationId xmlns:a16="http://schemas.microsoft.com/office/drawing/2014/main" id="{C6C38F03-16B0-D5A7-20B1-D49ADDEDE370}"/>
              </a:ext>
            </a:extLst>
          </p:cNvPr>
          <p:cNvSpPr>
            <a:spLocks noGrp="1"/>
          </p:cNvSpPr>
          <p:nvPr>
            <p:ph type="sldNum" sz="quarter" idx="5"/>
          </p:nvPr>
        </p:nvSpPr>
        <p:spPr/>
        <p:txBody>
          <a:bodyPr/>
          <a:lstStyle/>
          <a:p>
            <a:fld id="{C9565C50-69E9-8E49-A3AB-C69605F3BCD6}" type="slidenum">
              <a:rPr lang="en-AT" smtClean="0"/>
              <a:t>7</a:t>
            </a:fld>
            <a:endParaRPr lang="en-AT"/>
          </a:p>
        </p:txBody>
      </p:sp>
    </p:spTree>
    <p:extLst>
      <p:ext uri="{BB962C8B-B14F-4D97-AF65-F5344CB8AC3E}">
        <p14:creationId xmlns:p14="http://schemas.microsoft.com/office/powerpoint/2010/main" val="159145777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08E0A9-C650-7653-7FCC-8258A4ADD4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0E978A5-78D9-2525-0380-4477067A676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9ECEEEE-C7FE-1847-F1D0-DDF04FCBC01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a:solidFill>
                  <a:schemeClr val="tx1"/>
                </a:solidFill>
                <a:effectLst/>
                <a:latin typeface="+mn-lt"/>
                <a:ea typeface="+mn-ea"/>
                <a:cs typeface="+mn-cs"/>
              </a:rPr>
              <a:t>Analyse then tokenize and </a:t>
            </a:r>
            <a:r>
              <a:rPr lang="en-GB" sz="1200" b="0" i="0" kern="1200" dirty="0" err="1">
                <a:solidFill>
                  <a:schemeClr val="tx1"/>
                </a:solidFill>
                <a:effectLst/>
                <a:latin typeface="+mn-lt"/>
                <a:ea typeface="+mn-ea"/>
                <a:cs typeface="+mn-cs"/>
              </a:rPr>
              <a:t>thte</a:t>
            </a:r>
            <a:r>
              <a:rPr lang="en-GB" sz="1200" b="0" i="0" kern="1200" dirty="0">
                <a:solidFill>
                  <a:schemeClr val="tx1"/>
                </a:solidFill>
                <a:effectLst/>
                <a:latin typeface="+mn-lt"/>
                <a:ea typeface="+mn-ea"/>
                <a:cs typeface="+mn-cs"/>
              </a:rPr>
              <a:t> inverted index</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err="1">
                <a:solidFill>
                  <a:schemeClr val="tx1"/>
                </a:solidFill>
                <a:effectLst/>
                <a:latin typeface="+mn-lt"/>
                <a:ea typeface="+mn-ea"/>
                <a:cs typeface="+mn-cs"/>
              </a:rPr>
              <a:t>Tonkenized</a:t>
            </a:r>
            <a:r>
              <a:rPr lang="en-GB" sz="1200" b="0" i="0" kern="1200" dirty="0">
                <a:solidFill>
                  <a:schemeClr val="tx1"/>
                </a:solidFill>
                <a:effectLst/>
                <a:latin typeface="+mn-lt"/>
                <a:ea typeface="+mn-ea"/>
                <a:cs typeface="+mn-cs"/>
              </a:rPr>
              <a:t> are some steps more – that what you can see here </a:t>
            </a:r>
            <a:r>
              <a:rPr lang="en-GB" sz="1200" b="0" i="0" kern="1200" dirty="0" err="1">
                <a:solidFill>
                  <a:schemeClr val="tx1"/>
                </a:solidFill>
                <a:effectLst/>
                <a:latin typeface="+mn-lt"/>
                <a:ea typeface="+mn-ea"/>
                <a:cs typeface="+mn-cs"/>
              </a:rPr>
              <a:t>ande</a:t>
            </a:r>
            <a:r>
              <a:rPr lang="en-GB" sz="1200" b="0" i="0" kern="1200" dirty="0">
                <a:solidFill>
                  <a:schemeClr val="tx1"/>
                </a:solidFill>
                <a:effectLst/>
                <a:latin typeface="+mn-lt"/>
                <a:ea typeface="+mn-ea"/>
                <a:cs typeface="+mn-cs"/>
              </a:rPr>
              <a:t> then all is lowercased and the the is never stored because it would be useless for searching</a:t>
            </a:r>
          </a:p>
          <a:p>
            <a:endParaRPr lang="en-AT" dirty="0"/>
          </a:p>
        </p:txBody>
      </p:sp>
      <p:sp>
        <p:nvSpPr>
          <p:cNvPr id="4" name="Slide Number Placeholder 3">
            <a:extLst>
              <a:ext uri="{FF2B5EF4-FFF2-40B4-BE49-F238E27FC236}">
                <a16:creationId xmlns:a16="http://schemas.microsoft.com/office/drawing/2014/main" id="{C7F9FB4C-B26C-54BC-CA1A-AB4035EEFB0C}"/>
              </a:ext>
            </a:extLst>
          </p:cNvPr>
          <p:cNvSpPr>
            <a:spLocks noGrp="1"/>
          </p:cNvSpPr>
          <p:nvPr>
            <p:ph type="sldNum" sz="quarter" idx="5"/>
          </p:nvPr>
        </p:nvSpPr>
        <p:spPr/>
        <p:txBody>
          <a:bodyPr/>
          <a:lstStyle/>
          <a:p>
            <a:fld id="{C9565C50-69E9-8E49-A3AB-C69605F3BCD6}" type="slidenum">
              <a:rPr lang="en-AT" smtClean="0"/>
              <a:t>8</a:t>
            </a:fld>
            <a:endParaRPr lang="en-AT"/>
          </a:p>
        </p:txBody>
      </p:sp>
    </p:spTree>
    <p:extLst>
      <p:ext uri="{BB962C8B-B14F-4D97-AF65-F5344CB8AC3E}">
        <p14:creationId xmlns:p14="http://schemas.microsoft.com/office/powerpoint/2010/main" val="275648830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2BF4A2-A0C2-D748-5AA1-641F229B03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28063A5-4A57-CBFC-4F24-248456D039B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514AAA-2FC3-4207-37F5-0753D567A7FC}"/>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b="1" i="0" kern="1200" dirty="0">
                <a:solidFill>
                  <a:schemeClr val="tx1"/>
                </a:solidFill>
                <a:effectLst/>
                <a:latin typeface="+mn-lt"/>
                <a:ea typeface="+mn-ea"/>
                <a:cs typeface="+mn-cs"/>
              </a:rPr>
              <a:t>Match</a:t>
            </a:r>
            <a:r>
              <a:rPr lang="en-GB" sz="1200" b="0" i="0" u="none" strike="noStrike" kern="1200" dirty="0">
                <a:solidFill>
                  <a:schemeClr val="tx1"/>
                </a:solidFill>
                <a:effectLst/>
                <a:latin typeface="+mn-lt"/>
                <a:ea typeface="+mn-ea"/>
                <a:cs typeface="+mn-cs"/>
              </a:rPr>
              <a:t> - full-text search, finds "Monaco Grand Prix" by typing "</a:t>
            </a:r>
            <a:r>
              <a:rPr lang="en-GB" sz="1200" b="0" i="0" u="none" strike="noStrike" kern="1200" dirty="0" err="1">
                <a:solidFill>
                  <a:schemeClr val="tx1"/>
                </a:solidFill>
                <a:effectLst/>
                <a:latin typeface="+mn-lt"/>
                <a:ea typeface="+mn-ea"/>
                <a:cs typeface="+mn-cs"/>
              </a:rPr>
              <a:t>monaco</a:t>
            </a:r>
            <a:r>
              <a:rPr lang="en-GB" sz="1200" b="0" i="0" u="none" strike="noStrike" kern="1200" dirty="0">
                <a:solidFill>
                  <a:schemeClr val="tx1"/>
                </a:solidFill>
                <a:effectLst/>
                <a:latin typeface="+mn-lt"/>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1" i="0" kern="1200" dirty="0">
                <a:solidFill>
                  <a:schemeClr val="tx1"/>
                </a:solidFill>
                <a:effectLst/>
                <a:latin typeface="+mn-lt"/>
                <a:ea typeface="+mn-ea"/>
                <a:cs typeface="+mn-cs"/>
              </a:rPr>
              <a:t>Fuzzy</a:t>
            </a:r>
            <a:r>
              <a:rPr lang="en-GB" sz="1200" b="0" i="0" u="none" strike="noStrike" kern="1200" dirty="0">
                <a:solidFill>
                  <a:schemeClr val="tx1"/>
                </a:solidFill>
                <a:effectLst/>
                <a:latin typeface="+mn-lt"/>
                <a:ea typeface="+mn-ea"/>
                <a:cs typeface="+mn-cs"/>
              </a:rPr>
              <a:t> - tolerates typos, "</a:t>
            </a:r>
            <a:r>
              <a:rPr lang="en-GB" sz="1200" b="0" i="0" u="none" strike="noStrike" kern="1200" dirty="0" err="1">
                <a:solidFill>
                  <a:schemeClr val="tx1"/>
                </a:solidFill>
                <a:effectLst/>
                <a:latin typeface="+mn-lt"/>
                <a:ea typeface="+mn-ea"/>
                <a:cs typeface="+mn-cs"/>
              </a:rPr>
              <a:t>Hamilten</a:t>
            </a:r>
            <a:r>
              <a:rPr lang="en-GB" sz="1200" b="0" i="0" u="none" strike="noStrike" kern="1200" dirty="0">
                <a:solidFill>
                  <a:schemeClr val="tx1"/>
                </a:solidFill>
                <a:effectLst/>
                <a:latin typeface="+mn-lt"/>
                <a:ea typeface="+mn-ea"/>
                <a:cs typeface="+mn-cs"/>
              </a:rPr>
              <a:t>" still finds "Hamilton”</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1" i="0" kern="1200" dirty="0">
                <a:solidFill>
                  <a:schemeClr val="tx1"/>
                </a:solidFill>
                <a:effectLst/>
                <a:latin typeface="+mn-lt"/>
                <a:ea typeface="+mn-ea"/>
                <a:cs typeface="+mn-cs"/>
              </a:rPr>
              <a:t>Bool</a:t>
            </a:r>
            <a:r>
              <a:rPr lang="en-GB" sz="1200" b="0" i="0" u="none" strike="noStrike" kern="1200" dirty="0">
                <a:solidFill>
                  <a:schemeClr val="tx1"/>
                </a:solidFill>
                <a:effectLst/>
                <a:latin typeface="+mn-lt"/>
                <a:ea typeface="+mn-ea"/>
                <a:cs typeface="+mn-cs"/>
              </a:rPr>
              <a:t> - combines conditions, like SQL WHERE with AND/OR</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1" i="0" kern="1200" dirty="0">
                <a:solidFill>
                  <a:schemeClr val="tx1"/>
                </a:solidFill>
                <a:effectLst/>
                <a:latin typeface="+mn-lt"/>
                <a:ea typeface="+mn-ea"/>
                <a:cs typeface="+mn-cs"/>
              </a:rPr>
              <a:t>Aggregation</a:t>
            </a:r>
            <a:r>
              <a:rPr lang="en-GB" sz="1200" b="0" i="0" u="none" strike="noStrike" kern="1200" dirty="0">
                <a:solidFill>
                  <a:schemeClr val="tx1"/>
                </a:solidFill>
                <a:effectLst/>
                <a:latin typeface="+mn-lt"/>
                <a:ea typeface="+mn-ea"/>
                <a:cs typeface="+mn-cs"/>
              </a:rPr>
              <a:t> - group and count, like SQL GROUP BY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1200" b="0" i="0" u="none" strike="noStrike"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AT" dirty="0"/>
          </a:p>
        </p:txBody>
      </p:sp>
      <p:sp>
        <p:nvSpPr>
          <p:cNvPr id="4" name="Slide Number Placeholder 3">
            <a:extLst>
              <a:ext uri="{FF2B5EF4-FFF2-40B4-BE49-F238E27FC236}">
                <a16:creationId xmlns:a16="http://schemas.microsoft.com/office/drawing/2014/main" id="{1631C7C2-3E5C-FED8-BB29-29E466420FDA}"/>
              </a:ext>
            </a:extLst>
          </p:cNvPr>
          <p:cNvSpPr>
            <a:spLocks noGrp="1"/>
          </p:cNvSpPr>
          <p:nvPr>
            <p:ph type="sldNum" sz="quarter" idx="5"/>
          </p:nvPr>
        </p:nvSpPr>
        <p:spPr/>
        <p:txBody>
          <a:bodyPr/>
          <a:lstStyle/>
          <a:p>
            <a:fld id="{C9565C50-69E9-8E49-A3AB-C69605F3BCD6}" type="slidenum">
              <a:rPr lang="en-AT" smtClean="0"/>
              <a:t>9</a:t>
            </a:fld>
            <a:endParaRPr lang="en-AT"/>
          </a:p>
        </p:txBody>
      </p:sp>
    </p:spTree>
    <p:extLst>
      <p:ext uri="{BB962C8B-B14F-4D97-AF65-F5344CB8AC3E}">
        <p14:creationId xmlns:p14="http://schemas.microsoft.com/office/powerpoint/2010/main" val="58527032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F11BDA-9E86-9C4D-9747-9983779008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D95772-CBAF-FCAB-672E-C8CA058089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2B7496-8800-3FAE-0A83-786D3CB1C21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a:solidFill>
                  <a:schemeClr val="tx1"/>
                </a:solidFill>
                <a:effectLst/>
                <a:latin typeface="+mn-lt"/>
                <a:ea typeface="+mn-ea"/>
                <a:cs typeface="+mn-cs"/>
              </a:rPr>
              <a:t>It employs distributed search and aggregation strategies to parallelize computation and merge results from multiple shards.</a:t>
            </a:r>
            <a:endParaRPr lang="en-GB" sz="1200" b="0" i="0" u="none" strike="noStrike"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AT" dirty="0"/>
          </a:p>
        </p:txBody>
      </p:sp>
      <p:sp>
        <p:nvSpPr>
          <p:cNvPr id="4" name="Slide Number Placeholder 3">
            <a:extLst>
              <a:ext uri="{FF2B5EF4-FFF2-40B4-BE49-F238E27FC236}">
                <a16:creationId xmlns:a16="http://schemas.microsoft.com/office/drawing/2014/main" id="{B078E320-A4BE-7B8D-DD66-5A8B2E7872BC}"/>
              </a:ext>
            </a:extLst>
          </p:cNvPr>
          <p:cNvSpPr>
            <a:spLocks noGrp="1"/>
          </p:cNvSpPr>
          <p:nvPr>
            <p:ph type="sldNum" sz="quarter" idx="5"/>
          </p:nvPr>
        </p:nvSpPr>
        <p:spPr/>
        <p:txBody>
          <a:bodyPr/>
          <a:lstStyle/>
          <a:p>
            <a:fld id="{C9565C50-69E9-8E49-A3AB-C69605F3BCD6}" type="slidenum">
              <a:rPr lang="en-AT" smtClean="0"/>
              <a:t>10</a:t>
            </a:fld>
            <a:endParaRPr lang="en-AT"/>
          </a:p>
        </p:txBody>
      </p:sp>
    </p:spTree>
    <p:extLst>
      <p:ext uri="{BB962C8B-B14F-4D97-AF65-F5344CB8AC3E}">
        <p14:creationId xmlns:p14="http://schemas.microsoft.com/office/powerpoint/2010/main" val="373866390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C31299-0189-2C8D-89C9-3D8511124E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C92200-DEAD-57C0-C50B-49670743F49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A77AEE-0601-35AB-C699-AC10D553513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a:solidFill>
                  <a:schemeClr val="tx1"/>
                </a:solidFill>
                <a:effectLst/>
                <a:latin typeface="+mn-lt"/>
                <a:ea typeface="+mn-ea"/>
                <a:cs typeface="+mn-cs"/>
              </a:rPr>
              <a:t>GET -&gt; HTTP Methode +index name + endpoint</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a:solidFill>
                  <a:schemeClr val="tx1"/>
                </a:solidFill>
                <a:effectLst/>
                <a:latin typeface="+mn-lt"/>
                <a:ea typeface="+mn-ea"/>
                <a:cs typeface="+mn-cs"/>
              </a:rPr>
              <a:t>Query -&gt; </a:t>
            </a:r>
            <a:r>
              <a:rPr lang="en-GB" sz="1200" b="0" i="0" kern="1200" dirty="0" err="1">
                <a:solidFill>
                  <a:schemeClr val="tx1"/>
                </a:solidFill>
                <a:effectLst/>
                <a:latin typeface="+mn-lt"/>
                <a:ea typeface="+mn-ea"/>
                <a:cs typeface="+mn-cs"/>
              </a:rPr>
              <a:t>QueryDSL</a:t>
            </a:r>
            <a:r>
              <a:rPr lang="en-GB" sz="1200" b="0" i="0" kern="1200" dirty="0">
                <a:solidFill>
                  <a:schemeClr val="tx1"/>
                </a:solidFill>
                <a:effectLst/>
                <a:latin typeface="+mn-lt"/>
                <a:ea typeface="+mn-ea"/>
                <a:cs typeface="+mn-cs"/>
              </a:rPr>
              <a:t> Body</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a:solidFill>
                  <a:schemeClr val="tx1"/>
                </a:solidFill>
                <a:effectLst/>
                <a:latin typeface="+mn-lt"/>
                <a:ea typeface="+mn-ea"/>
                <a:cs typeface="+mn-cs"/>
              </a:rPr>
              <a:t>Match-&gt; </a:t>
            </a:r>
            <a:r>
              <a:rPr lang="en-GB" sz="1200" b="0" i="0" u="none" strike="noStrike" kern="1200" dirty="0">
                <a:solidFill>
                  <a:schemeClr val="tx1"/>
                </a:solidFill>
                <a:effectLst/>
                <a:latin typeface="+mn-lt"/>
                <a:ea typeface="+mn-ea"/>
                <a:cs typeface="+mn-cs"/>
              </a:rPr>
              <a:t>Query type: full-text search</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u="none" strike="noStrike" kern="1200" dirty="0">
                <a:solidFill>
                  <a:schemeClr val="tx1"/>
                </a:solidFill>
                <a:effectLst/>
                <a:latin typeface="+mn-lt"/>
                <a:ea typeface="+mn-ea"/>
                <a:cs typeface="+mn-cs"/>
              </a:rPr>
              <a:t>field: search value</a:t>
            </a:r>
            <a:br>
              <a:rPr lang="en-GB" sz="1200" b="0" i="0" u="none" strike="noStrike" kern="1200" dirty="0">
                <a:solidFill>
                  <a:schemeClr val="tx1"/>
                </a:solidFill>
                <a:effectLst/>
                <a:latin typeface="+mn-lt"/>
                <a:ea typeface="+mn-ea"/>
                <a:cs typeface="+mn-cs"/>
              </a:rPr>
            </a:br>
            <a:br>
              <a:rPr lang="en-GB" sz="1200" b="0" i="0" u="none" strike="noStrike" kern="1200" dirty="0">
                <a:solidFill>
                  <a:schemeClr val="tx1"/>
                </a:solidFill>
                <a:effectLst/>
                <a:latin typeface="+mn-lt"/>
                <a:ea typeface="+mn-ea"/>
                <a:cs typeface="+mn-cs"/>
              </a:rPr>
            </a:br>
            <a:r>
              <a:rPr lang="en-GB" sz="1200" b="0" i="0" u="none" strike="noStrike" kern="1200" dirty="0">
                <a:solidFill>
                  <a:schemeClr val="tx1"/>
                </a:solidFill>
                <a:effectLst/>
                <a:latin typeface="+mn-lt"/>
                <a:ea typeface="+mn-ea"/>
                <a:cs typeface="+mn-cs"/>
              </a:rPr>
              <a:t>Query get all documents of driver results where the </a:t>
            </a:r>
            <a:r>
              <a:rPr lang="en-GB" sz="1200" b="0" i="0" u="none" strike="noStrike" kern="1200" dirty="0" err="1">
                <a:solidFill>
                  <a:schemeClr val="tx1"/>
                </a:solidFill>
                <a:effectLst/>
                <a:latin typeface="+mn-lt"/>
                <a:ea typeface="+mn-ea"/>
                <a:cs typeface="+mn-cs"/>
              </a:rPr>
              <a:t>race_name</a:t>
            </a:r>
            <a:r>
              <a:rPr lang="en-GB" sz="1200" b="0" i="0" u="none" strike="noStrike" kern="1200" dirty="0">
                <a:solidFill>
                  <a:schemeClr val="tx1"/>
                </a:solidFill>
                <a:effectLst/>
                <a:latin typeface="+mn-lt"/>
                <a:ea typeface="+mn-ea"/>
                <a:cs typeface="+mn-cs"/>
              </a:rPr>
              <a:t> is </a:t>
            </a:r>
            <a:r>
              <a:rPr lang="en-GB" sz="1200" b="0" i="0" u="none" strike="noStrike" kern="1200" dirty="0" err="1">
                <a:solidFill>
                  <a:schemeClr val="tx1"/>
                </a:solidFill>
                <a:effectLst/>
                <a:latin typeface="+mn-lt"/>
                <a:ea typeface="+mn-ea"/>
                <a:cs typeface="+mn-cs"/>
              </a:rPr>
              <a:t>monaco</a:t>
            </a:r>
            <a:r>
              <a:rPr lang="en-GB" sz="1200" b="0" i="0" u="none" strike="noStrike" kern="1200" dirty="0">
                <a:solidFill>
                  <a:schemeClr val="tx1"/>
                </a:solidFill>
                <a:effectLst/>
                <a:latin typeface="+mn-lt"/>
                <a:ea typeface="+mn-ea"/>
                <a:cs typeface="+mn-cs"/>
              </a:rPr>
              <a:t> </a:t>
            </a:r>
            <a:endParaRPr lang="en-AT" dirty="0"/>
          </a:p>
        </p:txBody>
      </p:sp>
      <p:sp>
        <p:nvSpPr>
          <p:cNvPr id="4" name="Slide Number Placeholder 3">
            <a:extLst>
              <a:ext uri="{FF2B5EF4-FFF2-40B4-BE49-F238E27FC236}">
                <a16:creationId xmlns:a16="http://schemas.microsoft.com/office/drawing/2014/main" id="{74D0EEC9-47A7-F691-D36B-5BF05A027F0F}"/>
              </a:ext>
            </a:extLst>
          </p:cNvPr>
          <p:cNvSpPr>
            <a:spLocks noGrp="1"/>
          </p:cNvSpPr>
          <p:nvPr>
            <p:ph type="sldNum" sz="quarter" idx="5"/>
          </p:nvPr>
        </p:nvSpPr>
        <p:spPr/>
        <p:txBody>
          <a:bodyPr/>
          <a:lstStyle/>
          <a:p>
            <a:fld id="{C9565C50-69E9-8E49-A3AB-C69605F3BCD6}" type="slidenum">
              <a:rPr lang="en-AT" smtClean="0"/>
              <a:t>11</a:t>
            </a:fld>
            <a:endParaRPr lang="en-AT"/>
          </a:p>
        </p:txBody>
      </p:sp>
    </p:spTree>
    <p:extLst>
      <p:ext uri="{BB962C8B-B14F-4D97-AF65-F5344CB8AC3E}">
        <p14:creationId xmlns:p14="http://schemas.microsoft.com/office/powerpoint/2010/main" val="60223464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ECB3E3-77D4-EA37-7D52-31157EED6D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C4FFE6-81C1-3B4A-1883-C1B13612892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D93512F-B1FA-EB6F-32A1-33E9BE6AB437}"/>
              </a:ext>
            </a:extLst>
          </p:cNvPr>
          <p:cNvSpPr>
            <a:spLocks noGrp="1"/>
          </p:cNvSpPr>
          <p:nvPr>
            <p:ph type="body" idx="1"/>
          </p:nvPr>
        </p:nvSpPr>
        <p:spPr/>
        <p:txBody>
          <a:bodyPr/>
          <a:lstStyle/>
          <a:p>
            <a:r>
              <a:rPr lang="en-GB" sz="1200" b="0" i="0" kern="1200" dirty="0">
                <a:solidFill>
                  <a:schemeClr val="tx1"/>
                </a:solidFill>
                <a:effectLst/>
                <a:latin typeface="+mn-lt"/>
                <a:ea typeface="+mn-ea"/>
                <a:cs typeface="+mn-cs"/>
              </a:rPr>
              <a:t>The key fields worth pointing out on your slide:</a:t>
            </a:r>
          </a:p>
          <a:p>
            <a:r>
              <a:rPr lang="en-GB" sz="1200" b="1" i="0" kern="1200" dirty="0">
                <a:solidFill>
                  <a:schemeClr val="tx1"/>
                </a:solidFill>
                <a:effectLst/>
                <a:latin typeface="+mn-lt"/>
                <a:ea typeface="+mn-ea"/>
                <a:cs typeface="+mn-cs"/>
              </a:rPr>
              <a:t>took</a:t>
            </a:r>
            <a:r>
              <a:rPr lang="en-GB" sz="1200" b="0" i="0" kern="1200" dirty="0">
                <a:solidFill>
                  <a:schemeClr val="tx1"/>
                </a:solidFill>
                <a:effectLst/>
                <a:latin typeface="+mn-lt"/>
                <a:ea typeface="+mn-ea"/>
                <a:cs typeface="+mn-cs"/>
              </a:rPr>
              <a:t> — how many milliseconds the query took (3ms!)</a:t>
            </a:r>
          </a:p>
          <a:p>
            <a:r>
              <a:rPr lang="en-GB" sz="1200" b="1" i="0" kern="1200" dirty="0" err="1">
                <a:solidFill>
                  <a:schemeClr val="tx1"/>
                </a:solidFill>
                <a:effectLst/>
                <a:latin typeface="+mn-lt"/>
                <a:ea typeface="+mn-ea"/>
                <a:cs typeface="+mn-cs"/>
              </a:rPr>
              <a:t>total.value</a:t>
            </a:r>
            <a:r>
              <a:rPr lang="en-GB" sz="1200" b="0" i="0" kern="1200" dirty="0">
                <a:solidFill>
                  <a:schemeClr val="tx1"/>
                </a:solidFill>
                <a:effectLst/>
                <a:latin typeface="+mn-lt"/>
                <a:ea typeface="+mn-ea"/>
                <a:cs typeface="+mn-cs"/>
              </a:rPr>
              <a:t> — total number of matching documents (418 — remember, one per driver result)</a:t>
            </a:r>
          </a:p>
          <a:p>
            <a:r>
              <a:rPr lang="en-GB" sz="1200" b="1" i="0" kern="1200" dirty="0">
                <a:solidFill>
                  <a:schemeClr val="tx1"/>
                </a:solidFill>
                <a:effectLst/>
                <a:latin typeface="+mn-lt"/>
                <a:ea typeface="+mn-ea"/>
                <a:cs typeface="+mn-cs"/>
              </a:rPr>
              <a:t>_score</a:t>
            </a:r>
            <a:r>
              <a:rPr lang="en-GB" sz="1200" b="0" i="0" kern="1200" dirty="0">
                <a:solidFill>
                  <a:schemeClr val="tx1"/>
                </a:solidFill>
                <a:effectLst/>
                <a:latin typeface="+mn-lt"/>
                <a:ea typeface="+mn-ea"/>
                <a:cs typeface="+mn-cs"/>
              </a:rPr>
              <a:t> — the relevance score, higher = better match</a:t>
            </a:r>
          </a:p>
          <a:p>
            <a:r>
              <a:rPr lang="en-GB" sz="1200" b="1" i="0" kern="1200" dirty="0">
                <a:solidFill>
                  <a:schemeClr val="tx1"/>
                </a:solidFill>
                <a:effectLst/>
                <a:latin typeface="+mn-lt"/>
                <a:ea typeface="+mn-ea"/>
                <a:cs typeface="+mn-cs"/>
              </a:rPr>
              <a:t>_source</a:t>
            </a:r>
            <a:r>
              <a:rPr lang="en-GB" sz="1200" b="0" i="0" kern="1200" dirty="0">
                <a:solidFill>
                  <a:schemeClr val="tx1"/>
                </a:solidFill>
                <a:effectLst/>
                <a:latin typeface="+mn-lt"/>
                <a:ea typeface="+mn-ea"/>
                <a:cs typeface="+mn-cs"/>
              </a:rPr>
              <a:t> — the actual document data you indexed</a:t>
            </a:r>
          </a:p>
        </p:txBody>
      </p:sp>
      <p:sp>
        <p:nvSpPr>
          <p:cNvPr id="4" name="Slide Number Placeholder 3">
            <a:extLst>
              <a:ext uri="{FF2B5EF4-FFF2-40B4-BE49-F238E27FC236}">
                <a16:creationId xmlns:a16="http://schemas.microsoft.com/office/drawing/2014/main" id="{5CDAC94C-B877-45B7-4B8B-77D1C4B27D31}"/>
              </a:ext>
            </a:extLst>
          </p:cNvPr>
          <p:cNvSpPr>
            <a:spLocks noGrp="1"/>
          </p:cNvSpPr>
          <p:nvPr>
            <p:ph type="sldNum" sz="quarter" idx="5"/>
          </p:nvPr>
        </p:nvSpPr>
        <p:spPr/>
        <p:txBody>
          <a:bodyPr/>
          <a:lstStyle/>
          <a:p>
            <a:fld id="{C9565C50-69E9-8E49-A3AB-C69605F3BCD6}" type="slidenum">
              <a:rPr lang="en-AT" smtClean="0"/>
              <a:t>12</a:t>
            </a:fld>
            <a:endParaRPr lang="en-AT"/>
          </a:p>
        </p:txBody>
      </p:sp>
    </p:spTree>
    <p:extLst>
      <p:ext uri="{BB962C8B-B14F-4D97-AF65-F5344CB8AC3E}">
        <p14:creationId xmlns:p14="http://schemas.microsoft.com/office/powerpoint/2010/main" val="324375712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ECCA7-4D49-FE9D-9AA0-C3CB76DD1E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D7BFCF-DEC2-04F1-6C27-42E1310875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3DC1BF-37AC-E219-C92F-9A486435762D}"/>
              </a:ext>
            </a:extLst>
          </p:cNvPr>
          <p:cNvSpPr>
            <a:spLocks noGrp="1"/>
          </p:cNvSpPr>
          <p:nvPr>
            <p:ph type="body" idx="1"/>
          </p:nvPr>
        </p:nvSpPr>
        <p:spPr/>
        <p:txBody>
          <a:bodyPr/>
          <a:lstStyle/>
          <a:p>
            <a:pPr lvl="1"/>
            <a:r>
              <a:rPr lang="en-AT" dirty="0"/>
              <a:t>Aggregations over sales figures, user behavior or financial records generate dashboards and reports without requiring a separate BI platform.</a:t>
            </a:r>
            <a:br>
              <a:rPr lang="en-AT" dirty="0"/>
            </a:br>
            <a:r>
              <a:rPr lang="en-GB" dirty="0" err="1"/>
              <a:t>Aggregationen</a:t>
            </a:r>
            <a:r>
              <a:rPr lang="en-GB" dirty="0"/>
              <a:t> von </a:t>
            </a:r>
            <a:r>
              <a:rPr lang="en-GB" dirty="0" err="1"/>
              <a:t>Verkaufszahlen</a:t>
            </a:r>
            <a:r>
              <a:rPr lang="en-GB" dirty="0"/>
              <a:t>, </a:t>
            </a:r>
            <a:r>
              <a:rPr lang="en-GB" dirty="0" err="1"/>
              <a:t>Nutzerverhalten</a:t>
            </a:r>
            <a:r>
              <a:rPr lang="en-GB" dirty="0"/>
              <a:t> </a:t>
            </a:r>
            <a:r>
              <a:rPr lang="en-GB" dirty="0" err="1"/>
              <a:t>oder</a:t>
            </a:r>
            <a:r>
              <a:rPr lang="en-GB" dirty="0"/>
              <a:t> </a:t>
            </a:r>
            <a:r>
              <a:rPr lang="en-GB" dirty="0" err="1"/>
              <a:t>Finanzdaten</a:t>
            </a:r>
            <a:r>
              <a:rPr lang="en-GB" dirty="0"/>
              <a:t> </a:t>
            </a:r>
            <a:r>
              <a:rPr lang="en-GB" dirty="0" err="1"/>
              <a:t>ermöglichen</a:t>
            </a:r>
            <a:r>
              <a:rPr lang="en-GB" dirty="0"/>
              <a:t> die </a:t>
            </a:r>
            <a:r>
              <a:rPr lang="en-GB" dirty="0" err="1"/>
              <a:t>Erstellung</a:t>
            </a:r>
            <a:r>
              <a:rPr lang="en-GB" dirty="0"/>
              <a:t> von Dashboards und </a:t>
            </a:r>
            <a:r>
              <a:rPr lang="en-GB" dirty="0" err="1"/>
              <a:t>Berichten</a:t>
            </a:r>
            <a:r>
              <a:rPr lang="en-GB" dirty="0"/>
              <a:t>, </a:t>
            </a:r>
            <a:r>
              <a:rPr lang="en-GB" dirty="0" err="1"/>
              <a:t>ohne</a:t>
            </a:r>
            <a:r>
              <a:rPr lang="en-GB" dirty="0"/>
              <a:t> </a:t>
            </a:r>
            <a:r>
              <a:rPr lang="en-GB" dirty="0" err="1"/>
              <a:t>dass</a:t>
            </a:r>
            <a:r>
              <a:rPr lang="en-GB" dirty="0"/>
              <a:t> </a:t>
            </a:r>
            <a:r>
              <a:rPr lang="en-GB" dirty="0" err="1"/>
              <a:t>eine</a:t>
            </a:r>
            <a:r>
              <a:rPr lang="en-GB" dirty="0"/>
              <a:t> separate BI-</a:t>
            </a:r>
            <a:r>
              <a:rPr lang="en-GB" dirty="0" err="1"/>
              <a:t>Plattform</a:t>
            </a:r>
            <a:r>
              <a:rPr lang="en-GB" dirty="0"/>
              <a:t> </a:t>
            </a:r>
            <a:r>
              <a:rPr lang="en-GB" dirty="0" err="1"/>
              <a:t>erforderlich</a:t>
            </a:r>
            <a:r>
              <a:rPr lang="en-GB" dirty="0"/>
              <a:t> </a:t>
            </a:r>
            <a:r>
              <a:rPr lang="en-GB" dirty="0" err="1"/>
              <a:t>ist</a:t>
            </a:r>
            <a:r>
              <a:rPr lang="en-GB" dirty="0"/>
              <a:t>.</a:t>
            </a:r>
            <a:endParaRPr lang="en-AT" dirty="0"/>
          </a:p>
          <a:p>
            <a:pPr lvl="1"/>
            <a:r>
              <a:rPr lang="en-AT" dirty="0"/>
              <a:t>geo_point fields allow proximity queries, radius filters and map-based visualizations — used in booking platforms, logistics and asset tracking</a:t>
            </a:r>
          </a:p>
        </p:txBody>
      </p:sp>
      <p:sp>
        <p:nvSpPr>
          <p:cNvPr id="4" name="Slide Number Placeholder 3">
            <a:extLst>
              <a:ext uri="{FF2B5EF4-FFF2-40B4-BE49-F238E27FC236}">
                <a16:creationId xmlns:a16="http://schemas.microsoft.com/office/drawing/2014/main" id="{A56098C9-5013-0958-709C-AFD18D7C1F2C}"/>
              </a:ext>
            </a:extLst>
          </p:cNvPr>
          <p:cNvSpPr>
            <a:spLocks noGrp="1"/>
          </p:cNvSpPr>
          <p:nvPr>
            <p:ph type="sldNum" sz="quarter" idx="5"/>
          </p:nvPr>
        </p:nvSpPr>
        <p:spPr/>
        <p:txBody>
          <a:bodyPr/>
          <a:lstStyle/>
          <a:p>
            <a:fld id="{C9565C50-69E9-8E49-A3AB-C69605F3BCD6}" type="slidenum">
              <a:rPr lang="en-AT" smtClean="0"/>
              <a:t>13</a:t>
            </a:fld>
            <a:endParaRPr lang="en-AT"/>
          </a:p>
        </p:txBody>
      </p:sp>
    </p:spTree>
    <p:extLst>
      <p:ext uri="{BB962C8B-B14F-4D97-AF65-F5344CB8AC3E}">
        <p14:creationId xmlns:p14="http://schemas.microsoft.com/office/powerpoint/2010/main" val="235632431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1"/>
            <a:r>
              <a:rPr lang="en-AT" dirty="0"/>
              <a:t>Horizontal scalability — new nodes can be added to a cluster at any time to absorb growing data volumes and query loads.</a:t>
            </a:r>
          </a:p>
          <a:p>
            <a:pPr lvl="1"/>
            <a:r>
              <a:rPr lang="en-AT" dirty="0"/>
              <a:t>Near real-time search and analytics — the inverted index delivers results across terabytes of data in milliseconds.</a:t>
            </a:r>
          </a:p>
          <a:p>
            <a:pPr lvl="1"/>
            <a:r>
              <a:rPr lang="en-AT" dirty="0"/>
              <a:t>Flexible Query DSL — supports full-text, fuzzy, geo, bool, range and aggregation queries all in one system.</a:t>
            </a:r>
          </a:p>
          <a:p>
            <a:pPr lvl="1"/>
            <a:r>
              <a:rPr lang="en-AT" dirty="0"/>
              <a:t>Rich ecosystem — Kibana, Logstash and Beats cover visualization, ingestion and data shipping out of the box.</a:t>
            </a:r>
          </a:p>
          <a:p>
            <a:pPr lvl="1"/>
            <a:br>
              <a:rPr lang="en-AT" dirty="0"/>
            </a:br>
            <a:br>
              <a:rPr lang="en-AT" dirty="0"/>
            </a:br>
            <a:r>
              <a:rPr lang="en-AT" dirty="0"/>
              <a:t>Complex setup — cluster sizing, JVM tuning, shard allocation and security configuration demand significant expertise.</a:t>
            </a:r>
          </a:p>
          <a:p>
            <a:pPr lvl="1"/>
            <a:r>
              <a:rPr lang="en-AT" dirty="0"/>
              <a:t>Resource intensive — even moderate deployments require substantial CPU, memory and disk; under-provisioning causes instability.</a:t>
            </a:r>
          </a:p>
          <a:p>
            <a:pPr lvl="1"/>
            <a:r>
              <a:rPr lang="en-AT" dirty="0"/>
              <a:t>No ACID transactions — only eventual consistency, making it unsuitable for use cases that require strict data integrity.</a:t>
            </a:r>
          </a:p>
          <a:p>
            <a:endParaRPr lang="en-AT" dirty="0"/>
          </a:p>
        </p:txBody>
      </p:sp>
      <p:sp>
        <p:nvSpPr>
          <p:cNvPr id="4" name="Slide Number Placeholder 3"/>
          <p:cNvSpPr>
            <a:spLocks noGrp="1"/>
          </p:cNvSpPr>
          <p:nvPr>
            <p:ph type="sldNum" sz="quarter" idx="5"/>
          </p:nvPr>
        </p:nvSpPr>
        <p:spPr/>
        <p:txBody>
          <a:bodyPr/>
          <a:lstStyle/>
          <a:p>
            <a:fld id="{C9565C50-69E9-8E49-A3AB-C69605F3BCD6}" type="slidenum">
              <a:rPr lang="en-AT" smtClean="0"/>
              <a:t>14</a:t>
            </a:fld>
            <a:endParaRPr lang="en-AT"/>
          </a:p>
        </p:txBody>
      </p:sp>
    </p:spTree>
    <p:extLst>
      <p:ext uri="{BB962C8B-B14F-4D97-AF65-F5344CB8AC3E}">
        <p14:creationId xmlns:p14="http://schemas.microsoft.com/office/powerpoint/2010/main" val="157734177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FE9B7A-2047-D6D3-11BC-54F37C4C8A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360CA5-BEB2-E327-F211-9F8D85CBA3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DA3D05-C486-3039-BE33-C040DA900A14}"/>
              </a:ext>
            </a:extLst>
          </p:cNvPr>
          <p:cNvSpPr>
            <a:spLocks noGrp="1"/>
          </p:cNvSpPr>
          <p:nvPr>
            <p:ph type="body" idx="1"/>
          </p:nvPr>
        </p:nvSpPr>
        <p:spPr/>
        <p:txBody>
          <a:bodyPr/>
          <a:lstStyle/>
          <a:p>
            <a:endParaRPr lang="en-AT" dirty="0"/>
          </a:p>
        </p:txBody>
      </p:sp>
      <p:sp>
        <p:nvSpPr>
          <p:cNvPr id="4" name="Slide Number Placeholder 3">
            <a:extLst>
              <a:ext uri="{FF2B5EF4-FFF2-40B4-BE49-F238E27FC236}">
                <a16:creationId xmlns:a16="http://schemas.microsoft.com/office/drawing/2014/main" id="{17360B0D-1C08-4B2A-A34B-73A56EE7BA80}"/>
              </a:ext>
            </a:extLst>
          </p:cNvPr>
          <p:cNvSpPr>
            <a:spLocks noGrp="1"/>
          </p:cNvSpPr>
          <p:nvPr>
            <p:ph type="sldNum" sz="quarter" idx="5"/>
          </p:nvPr>
        </p:nvSpPr>
        <p:spPr/>
        <p:txBody>
          <a:bodyPr/>
          <a:lstStyle/>
          <a:p>
            <a:fld id="{C9565C50-69E9-8E49-A3AB-C69605F3BCD6}" type="slidenum">
              <a:rPr lang="en-AT" smtClean="0"/>
              <a:t>15</a:t>
            </a:fld>
            <a:endParaRPr lang="en-AT"/>
          </a:p>
        </p:txBody>
      </p:sp>
    </p:spTree>
    <p:extLst>
      <p:ext uri="{BB962C8B-B14F-4D97-AF65-F5344CB8AC3E}">
        <p14:creationId xmlns:p14="http://schemas.microsoft.com/office/powerpoint/2010/main" val="243481563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B48679-807B-DDC8-E169-0F5A6A88C73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20F401-BD97-E286-6D94-34C03E4D99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668C042-51F5-18E0-6546-502A503B4870}"/>
              </a:ext>
            </a:extLst>
          </p:cNvPr>
          <p:cNvSpPr>
            <a:spLocks noGrp="1"/>
          </p:cNvSpPr>
          <p:nvPr>
            <p:ph type="body" idx="1"/>
          </p:nvPr>
        </p:nvSpPr>
        <p:spPr/>
        <p:txBody>
          <a:bodyPr/>
          <a:lstStyle/>
          <a:p>
            <a:r>
              <a:rPr lang="en-AT" dirty="0"/>
              <a:t>Load CSV : </a:t>
            </a:r>
            <a:r>
              <a:rPr lang="en-GB" sz="1200" b="0" i="0" u="none" strike="noStrike" kern="1200" dirty="0">
                <a:solidFill>
                  <a:schemeClr val="tx1"/>
                </a:solidFill>
                <a:effectLst/>
                <a:latin typeface="+mn-lt"/>
                <a:ea typeface="+mn-ea"/>
                <a:cs typeface="+mn-cs"/>
              </a:rPr>
              <a:t>Read 6 CSV files into pandas </a:t>
            </a:r>
            <a:r>
              <a:rPr lang="en-GB" sz="1200" b="0" i="0" u="none" strike="noStrike" kern="1200" dirty="0" err="1">
                <a:solidFill>
                  <a:schemeClr val="tx1"/>
                </a:solidFill>
                <a:effectLst/>
                <a:latin typeface="+mn-lt"/>
                <a:ea typeface="+mn-ea"/>
                <a:cs typeface="+mn-cs"/>
              </a:rPr>
              <a:t>dataframes</a:t>
            </a:r>
            <a:endParaRPr lang="en-GB" sz="1200" b="0" i="0" u="none" strike="noStrike" kern="1200" dirty="0">
              <a:solidFill>
                <a:schemeClr val="tx1"/>
              </a:solidFill>
              <a:effectLst/>
              <a:latin typeface="+mn-lt"/>
              <a:ea typeface="+mn-ea"/>
              <a:cs typeface="+mn-cs"/>
            </a:endParaRPr>
          </a:p>
          <a:p>
            <a:r>
              <a:rPr lang="en-GB" sz="1200" b="0" i="0" u="none" strike="noStrike" kern="1200" dirty="0">
                <a:solidFill>
                  <a:schemeClr val="tx1"/>
                </a:solidFill>
                <a:effectLst/>
                <a:latin typeface="+mn-lt"/>
                <a:ea typeface="+mn-ea"/>
                <a:cs typeface="+mn-cs"/>
              </a:rPr>
              <a:t>The mapping defines the data types of every field before any data is inserted – comparable to CREATE TABLE in </a:t>
            </a:r>
            <a:r>
              <a:rPr lang="en-GB" sz="1200" b="0" i="0" u="none" strike="noStrike" kern="1200" dirty="0" err="1">
                <a:solidFill>
                  <a:schemeClr val="tx1"/>
                </a:solidFill>
                <a:effectLst/>
                <a:latin typeface="+mn-lt"/>
                <a:ea typeface="+mn-ea"/>
                <a:cs typeface="+mn-cs"/>
              </a:rPr>
              <a:t>sql</a:t>
            </a:r>
            <a:endParaRPr lang="en-GB" sz="1200" b="0" i="0" u="none" strike="noStrike" kern="1200" dirty="0">
              <a:solidFill>
                <a:schemeClr val="tx1"/>
              </a:solidFill>
              <a:effectLst/>
              <a:latin typeface="+mn-lt"/>
              <a:ea typeface="+mn-ea"/>
              <a:cs typeface="+mn-cs"/>
            </a:endParaRPr>
          </a:p>
          <a:p>
            <a:endParaRPr lang="en-GB" sz="1200" b="0" i="0" u="none" strike="noStrike" kern="1200" dirty="0">
              <a:solidFill>
                <a:schemeClr val="tx1"/>
              </a:solidFill>
              <a:effectLst/>
              <a:latin typeface="+mn-lt"/>
              <a:ea typeface="+mn-ea"/>
              <a:cs typeface="+mn-cs"/>
            </a:endParaRPr>
          </a:p>
          <a:p>
            <a:r>
              <a:rPr lang="en-GB" sz="1200" b="0" i="0" u="none" strike="noStrike" kern="1200" dirty="0">
                <a:solidFill>
                  <a:schemeClr val="tx1"/>
                </a:solidFill>
                <a:effectLst/>
                <a:latin typeface="+mn-lt"/>
                <a:ea typeface="+mn-ea"/>
                <a:cs typeface="+mn-cs"/>
              </a:rPr>
              <a:t>The relevant CSV files are loaded into pandas </a:t>
            </a:r>
            <a:r>
              <a:rPr lang="en-GB" sz="1200" b="0" i="0" u="none" strike="noStrike" kern="1200" dirty="0" err="1">
                <a:solidFill>
                  <a:schemeClr val="tx1"/>
                </a:solidFill>
                <a:effectLst/>
                <a:latin typeface="+mn-lt"/>
                <a:ea typeface="+mn-ea"/>
                <a:cs typeface="+mn-cs"/>
              </a:rPr>
              <a:t>dataframes</a:t>
            </a:r>
            <a:r>
              <a:rPr lang="en-GB" sz="1200" b="0" i="0" u="none" strike="noStrike" kern="1200" dirty="0">
                <a:solidFill>
                  <a:schemeClr val="tx1"/>
                </a:solidFill>
                <a:effectLst/>
                <a:latin typeface="+mn-lt"/>
                <a:ea typeface="+mn-ea"/>
                <a:cs typeface="+mn-cs"/>
              </a:rPr>
              <a:t>. The program then merges all </a:t>
            </a:r>
            <a:r>
              <a:rPr lang="en-GB" sz="1200" b="0" i="0" u="none" strike="noStrike" kern="1200" dirty="0" err="1">
                <a:solidFill>
                  <a:schemeClr val="tx1"/>
                </a:solidFill>
                <a:effectLst/>
                <a:latin typeface="+mn-lt"/>
                <a:ea typeface="+mn-ea"/>
                <a:cs typeface="+mn-cs"/>
              </a:rPr>
              <a:t>dataframes</a:t>
            </a:r>
            <a:r>
              <a:rPr lang="en-GB" sz="1200" b="0" i="0" u="none" strike="noStrike" kern="1200" dirty="0">
                <a:solidFill>
                  <a:schemeClr val="tx1"/>
                </a:solidFill>
                <a:effectLst/>
                <a:latin typeface="+mn-lt"/>
                <a:ea typeface="+mn-ea"/>
                <a:cs typeface="+mn-cs"/>
              </a:rPr>
              <a:t> into a single flat </a:t>
            </a:r>
            <a:r>
              <a:rPr lang="en-GB" sz="1200" b="1" i="0" kern="1200" dirty="0">
                <a:solidFill>
                  <a:schemeClr val="tx1"/>
                </a:solidFill>
                <a:effectLst/>
                <a:latin typeface="+mn-lt"/>
                <a:ea typeface="+mn-ea"/>
                <a:cs typeface="+mn-cs"/>
              </a:rPr>
              <a:t>table</a:t>
            </a:r>
            <a:r>
              <a:rPr lang="en-GB" sz="1200" b="0" i="0" u="none" strike="noStrike" kern="1200" dirty="0">
                <a:solidFill>
                  <a:schemeClr val="tx1"/>
                </a:solidFill>
                <a:effectLst/>
                <a:latin typeface="+mn-lt"/>
                <a:ea typeface="+mn-ea"/>
                <a:cs typeface="+mn-cs"/>
              </a:rPr>
              <a:t>, because Elasticsearch works best with flat documents rather than relational structures. This merged table is then iterated row by row, and for each race result row one document is created containing all additional information like points, circuit, constructor and so on. These documents are then bulk inserted into Elasticsearch.</a:t>
            </a:r>
            <a:endParaRPr lang="en-AT" dirty="0"/>
          </a:p>
        </p:txBody>
      </p:sp>
      <p:sp>
        <p:nvSpPr>
          <p:cNvPr id="4" name="Slide Number Placeholder 3">
            <a:extLst>
              <a:ext uri="{FF2B5EF4-FFF2-40B4-BE49-F238E27FC236}">
                <a16:creationId xmlns:a16="http://schemas.microsoft.com/office/drawing/2014/main" id="{2D48325A-178C-AD3A-4C8D-2F7E4BFE765F}"/>
              </a:ext>
            </a:extLst>
          </p:cNvPr>
          <p:cNvSpPr>
            <a:spLocks noGrp="1"/>
          </p:cNvSpPr>
          <p:nvPr>
            <p:ph type="sldNum" sz="quarter" idx="5"/>
          </p:nvPr>
        </p:nvSpPr>
        <p:spPr/>
        <p:txBody>
          <a:bodyPr/>
          <a:lstStyle/>
          <a:p>
            <a:fld id="{C9565C50-69E9-8E49-A3AB-C69605F3BCD6}" type="slidenum">
              <a:rPr lang="en-AT" smtClean="0"/>
              <a:t>16</a:t>
            </a:fld>
            <a:endParaRPr lang="en-AT"/>
          </a:p>
        </p:txBody>
      </p:sp>
    </p:spTree>
    <p:extLst>
      <p:ext uri="{BB962C8B-B14F-4D97-AF65-F5344CB8AC3E}">
        <p14:creationId xmlns:p14="http://schemas.microsoft.com/office/powerpoint/2010/main" val="8088531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6E4220-375B-37F2-62FC-43B448690C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B3CCD7-F2A4-DC5A-F7EE-0E87BB2055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E49F49-07A9-F68C-9211-CA64E548EFF6}"/>
              </a:ext>
            </a:extLst>
          </p:cNvPr>
          <p:cNvSpPr>
            <a:spLocks noGrp="1"/>
          </p:cNvSpPr>
          <p:nvPr>
            <p:ph type="body" idx="1"/>
          </p:nvPr>
        </p:nvSpPr>
        <p:spPr/>
        <p:txBody>
          <a:bodyPr/>
          <a:lstStyle/>
          <a:p>
            <a:r>
              <a:rPr lang="en-AT" dirty="0"/>
              <a:t>Load CSV : </a:t>
            </a:r>
            <a:r>
              <a:rPr lang="en-GB" sz="1200" b="0" i="0" u="none" strike="noStrike" kern="1200" dirty="0">
                <a:solidFill>
                  <a:schemeClr val="tx1"/>
                </a:solidFill>
                <a:effectLst/>
                <a:latin typeface="+mn-lt"/>
                <a:ea typeface="+mn-ea"/>
                <a:cs typeface="+mn-cs"/>
              </a:rPr>
              <a:t>Read 6 CSV files into pandas </a:t>
            </a:r>
            <a:r>
              <a:rPr lang="en-GB" sz="1200" b="0" i="0" u="none" strike="noStrike" kern="1200" dirty="0" err="1">
                <a:solidFill>
                  <a:schemeClr val="tx1"/>
                </a:solidFill>
                <a:effectLst/>
                <a:latin typeface="+mn-lt"/>
                <a:ea typeface="+mn-ea"/>
                <a:cs typeface="+mn-cs"/>
              </a:rPr>
              <a:t>dataframes</a:t>
            </a:r>
            <a:endParaRPr lang="en-GB" sz="1200" b="0" i="0" u="none" strike="noStrike" kern="1200" dirty="0">
              <a:solidFill>
                <a:schemeClr val="tx1"/>
              </a:solidFill>
              <a:effectLst/>
              <a:latin typeface="+mn-lt"/>
              <a:ea typeface="+mn-ea"/>
              <a:cs typeface="+mn-cs"/>
            </a:endParaRPr>
          </a:p>
          <a:p>
            <a:r>
              <a:rPr lang="en-GB" sz="1200" b="0" i="0" u="none" strike="noStrike" kern="1200" dirty="0">
                <a:solidFill>
                  <a:schemeClr val="tx1"/>
                </a:solidFill>
                <a:effectLst/>
                <a:latin typeface="+mn-lt"/>
                <a:ea typeface="+mn-ea"/>
                <a:cs typeface="+mn-cs"/>
              </a:rPr>
              <a:t>The mapping defines the data types of every field before any data is inserted – comparable to CREATE TABLE in </a:t>
            </a:r>
            <a:r>
              <a:rPr lang="en-GB" sz="1200" b="0" i="0" u="none" strike="noStrike" kern="1200" dirty="0" err="1">
                <a:solidFill>
                  <a:schemeClr val="tx1"/>
                </a:solidFill>
                <a:effectLst/>
                <a:latin typeface="+mn-lt"/>
                <a:ea typeface="+mn-ea"/>
                <a:cs typeface="+mn-cs"/>
              </a:rPr>
              <a:t>sql</a:t>
            </a:r>
            <a:endParaRPr lang="en-AT" dirty="0"/>
          </a:p>
        </p:txBody>
      </p:sp>
      <p:sp>
        <p:nvSpPr>
          <p:cNvPr id="4" name="Slide Number Placeholder 3">
            <a:extLst>
              <a:ext uri="{FF2B5EF4-FFF2-40B4-BE49-F238E27FC236}">
                <a16:creationId xmlns:a16="http://schemas.microsoft.com/office/drawing/2014/main" id="{E0584037-4D14-C51C-8DF0-CC8512EBB048}"/>
              </a:ext>
            </a:extLst>
          </p:cNvPr>
          <p:cNvSpPr>
            <a:spLocks noGrp="1"/>
          </p:cNvSpPr>
          <p:nvPr>
            <p:ph type="sldNum" sz="quarter" idx="5"/>
          </p:nvPr>
        </p:nvSpPr>
        <p:spPr/>
        <p:txBody>
          <a:bodyPr/>
          <a:lstStyle/>
          <a:p>
            <a:fld id="{C9565C50-69E9-8E49-A3AB-C69605F3BCD6}" type="slidenum">
              <a:rPr lang="en-AT" smtClean="0"/>
              <a:t>17</a:t>
            </a:fld>
            <a:endParaRPr lang="en-AT"/>
          </a:p>
        </p:txBody>
      </p:sp>
    </p:spTree>
    <p:extLst>
      <p:ext uri="{BB962C8B-B14F-4D97-AF65-F5344CB8AC3E}">
        <p14:creationId xmlns:p14="http://schemas.microsoft.com/office/powerpoint/2010/main" val="50015542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EEEAC5-501D-D1B9-CE4C-16F4A22EC1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7A8AA7-6160-ECD9-9261-99C2FE67E73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AF6495-CD1B-874A-03D8-D289173DFC37}"/>
              </a:ext>
            </a:extLst>
          </p:cNvPr>
          <p:cNvSpPr>
            <a:spLocks noGrp="1"/>
          </p:cNvSpPr>
          <p:nvPr>
            <p:ph type="body" idx="1"/>
          </p:nvPr>
        </p:nvSpPr>
        <p:spPr/>
        <p:txBody>
          <a:bodyPr/>
          <a:lstStyle/>
          <a:p>
            <a:r>
              <a:rPr lang="en-AT" dirty="0"/>
              <a:t>Load CSV : </a:t>
            </a:r>
            <a:r>
              <a:rPr lang="en-GB" sz="1200" b="0" i="0" u="none" strike="noStrike" kern="1200" dirty="0">
                <a:solidFill>
                  <a:schemeClr val="tx1"/>
                </a:solidFill>
                <a:effectLst/>
                <a:latin typeface="+mn-lt"/>
                <a:ea typeface="+mn-ea"/>
                <a:cs typeface="+mn-cs"/>
              </a:rPr>
              <a:t>Read 6 CSV files into pandas </a:t>
            </a:r>
            <a:r>
              <a:rPr lang="en-GB" sz="1200" b="0" i="0" u="none" strike="noStrike" kern="1200" dirty="0" err="1">
                <a:solidFill>
                  <a:schemeClr val="tx1"/>
                </a:solidFill>
                <a:effectLst/>
                <a:latin typeface="+mn-lt"/>
                <a:ea typeface="+mn-ea"/>
                <a:cs typeface="+mn-cs"/>
              </a:rPr>
              <a:t>dataframes</a:t>
            </a:r>
            <a:endParaRPr lang="en-GB" sz="1200" b="0" i="0" u="none" strike="noStrike" kern="1200" dirty="0">
              <a:solidFill>
                <a:schemeClr val="tx1"/>
              </a:solidFill>
              <a:effectLst/>
              <a:latin typeface="+mn-lt"/>
              <a:ea typeface="+mn-ea"/>
              <a:cs typeface="+mn-cs"/>
            </a:endParaRPr>
          </a:p>
          <a:p>
            <a:r>
              <a:rPr lang="en-GB" sz="1200" b="0" i="0" u="none" strike="noStrike" kern="1200" dirty="0">
                <a:solidFill>
                  <a:schemeClr val="tx1"/>
                </a:solidFill>
                <a:effectLst/>
                <a:latin typeface="+mn-lt"/>
                <a:ea typeface="+mn-ea"/>
                <a:cs typeface="+mn-cs"/>
              </a:rPr>
              <a:t>The mapping defines the data types of every field before any data is inserted – comparable to CREATE TABLE in </a:t>
            </a:r>
            <a:r>
              <a:rPr lang="en-GB" sz="1200" b="0" i="0" u="none" strike="noStrike" kern="1200" dirty="0" err="1">
                <a:solidFill>
                  <a:schemeClr val="tx1"/>
                </a:solidFill>
                <a:effectLst/>
                <a:latin typeface="+mn-lt"/>
                <a:ea typeface="+mn-ea"/>
                <a:cs typeface="+mn-cs"/>
              </a:rPr>
              <a:t>sql</a:t>
            </a:r>
            <a:endParaRPr lang="en-AT" dirty="0"/>
          </a:p>
        </p:txBody>
      </p:sp>
      <p:sp>
        <p:nvSpPr>
          <p:cNvPr id="4" name="Slide Number Placeholder 3">
            <a:extLst>
              <a:ext uri="{FF2B5EF4-FFF2-40B4-BE49-F238E27FC236}">
                <a16:creationId xmlns:a16="http://schemas.microsoft.com/office/drawing/2014/main" id="{98D3461A-EABA-F926-4355-7A17080C60A5}"/>
              </a:ext>
            </a:extLst>
          </p:cNvPr>
          <p:cNvSpPr>
            <a:spLocks noGrp="1"/>
          </p:cNvSpPr>
          <p:nvPr>
            <p:ph type="sldNum" sz="quarter" idx="5"/>
          </p:nvPr>
        </p:nvSpPr>
        <p:spPr/>
        <p:txBody>
          <a:bodyPr/>
          <a:lstStyle/>
          <a:p>
            <a:fld id="{C9565C50-69E9-8E49-A3AB-C69605F3BCD6}" type="slidenum">
              <a:rPr lang="en-AT" smtClean="0"/>
              <a:t>18</a:t>
            </a:fld>
            <a:endParaRPr lang="en-AT"/>
          </a:p>
        </p:txBody>
      </p:sp>
    </p:spTree>
    <p:extLst>
      <p:ext uri="{BB962C8B-B14F-4D97-AF65-F5344CB8AC3E}">
        <p14:creationId xmlns:p14="http://schemas.microsoft.com/office/powerpoint/2010/main" val="57900797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A48B5A-D00A-4259-F4BF-FE60949CF9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15719A-2CB2-8BA4-C35F-43D92D74FCE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72D15A-5DD1-EE84-47BE-34C12268CC57}"/>
              </a:ext>
            </a:extLst>
          </p:cNvPr>
          <p:cNvSpPr>
            <a:spLocks noGrp="1"/>
          </p:cNvSpPr>
          <p:nvPr>
            <p:ph type="body" idx="1"/>
          </p:nvPr>
        </p:nvSpPr>
        <p:spPr/>
        <p:txBody>
          <a:bodyPr/>
          <a:lstStyle/>
          <a:p>
            <a:endParaRPr lang="en-AT" dirty="0"/>
          </a:p>
        </p:txBody>
      </p:sp>
      <p:sp>
        <p:nvSpPr>
          <p:cNvPr id="4" name="Slide Number Placeholder 3">
            <a:extLst>
              <a:ext uri="{FF2B5EF4-FFF2-40B4-BE49-F238E27FC236}">
                <a16:creationId xmlns:a16="http://schemas.microsoft.com/office/drawing/2014/main" id="{8BCD92D7-35C5-16BF-5368-7D0964651ED9}"/>
              </a:ext>
            </a:extLst>
          </p:cNvPr>
          <p:cNvSpPr>
            <a:spLocks noGrp="1"/>
          </p:cNvSpPr>
          <p:nvPr>
            <p:ph type="sldNum" sz="quarter" idx="5"/>
          </p:nvPr>
        </p:nvSpPr>
        <p:spPr/>
        <p:txBody>
          <a:bodyPr/>
          <a:lstStyle/>
          <a:p>
            <a:fld id="{C9565C50-69E9-8E49-A3AB-C69605F3BCD6}" type="slidenum">
              <a:rPr lang="en-AT" smtClean="0"/>
              <a:t>20</a:t>
            </a:fld>
            <a:endParaRPr lang="en-AT"/>
          </a:p>
        </p:txBody>
      </p:sp>
    </p:spTree>
    <p:extLst>
      <p:ext uri="{BB962C8B-B14F-4D97-AF65-F5344CB8AC3E}">
        <p14:creationId xmlns:p14="http://schemas.microsoft.com/office/powerpoint/2010/main" val="2274628395"/>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5509A5-A479-79D0-C570-03AEC40ACAF9}"/>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AT"/>
          </a:p>
        </p:txBody>
      </p:sp>
      <p:sp>
        <p:nvSpPr>
          <p:cNvPr id="3" name="Subtitle 2">
            <a:extLst>
              <a:ext uri="{FF2B5EF4-FFF2-40B4-BE49-F238E27FC236}">
                <a16:creationId xmlns:a16="http://schemas.microsoft.com/office/drawing/2014/main" id="{00DA329F-AC64-5B64-C62C-763D85C12D5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AT"/>
          </a:p>
        </p:txBody>
      </p:sp>
      <p:sp>
        <p:nvSpPr>
          <p:cNvPr id="4" name="Date Placeholder 3">
            <a:extLst>
              <a:ext uri="{FF2B5EF4-FFF2-40B4-BE49-F238E27FC236}">
                <a16:creationId xmlns:a16="http://schemas.microsoft.com/office/drawing/2014/main" id="{3BC8CEB6-3E3C-523D-9CA4-A3C4C1969555}"/>
              </a:ext>
            </a:extLst>
          </p:cNvPr>
          <p:cNvSpPr>
            <a:spLocks noGrp="1"/>
          </p:cNvSpPr>
          <p:nvPr>
            <p:ph type="dt" sz="half" idx="10"/>
          </p:nvPr>
        </p:nvSpPr>
        <p:spPr/>
        <p:txBody>
          <a:bodyPr/>
          <a:lstStyle/>
          <a:p>
            <a:fld id="{A591BDEC-81C3-DB48-92B3-4E74693DD55D}" type="datetimeFigureOut">
              <a:rPr lang="en-AT" smtClean="0"/>
              <a:t>11.05.26</a:t>
            </a:fld>
            <a:endParaRPr lang="en-AT"/>
          </a:p>
        </p:txBody>
      </p:sp>
      <p:sp>
        <p:nvSpPr>
          <p:cNvPr id="5" name="Footer Placeholder 4">
            <a:extLst>
              <a:ext uri="{FF2B5EF4-FFF2-40B4-BE49-F238E27FC236}">
                <a16:creationId xmlns:a16="http://schemas.microsoft.com/office/drawing/2014/main" id="{6120FD85-B3BD-082A-340C-8830742E9750}"/>
              </a:ext>
            </a:extLst>
          </p:cNvPr>
          <p:cNvSpPr>
            <a:spLocks noGrp="1"/>
          </p:cNvSpPr>
          <p:nvPr>
            <p:ph type="ftr" sz="quarter" idx="11"/>
          </p:nvPr>
        </p:nvSpPr>
        <p:spPr/>
        <p:txBody>
          <a:bodyPr/>
          <a:lstStyle/>
          <a:p>
            <a:endParaRPr lang="en-AT"/>
          </a:p>
        </p:txBody>
      </p:sp>
      <p:sp>
        <p:nvSpPr>
          <p:cNvPr id="6" name="Slide Number Placeholder 5">
            <a:extLst>
              <a:ext uri="{FF2B5EF4-FFF2-40B4-BE49-F238E27FC236}">
                <a16:creationId xmlns:a16="http://schemas.microsoft.com/office/drawing/2014/main" id="{12C925C4-09A7-3188-14DC-441E18E6DDCC}"/>
              </a:ext>
            </a:extLst>
          </p:cNvPr>
          <p:cNvSpPr>
            <a:spLocks noGrp="1"/>
          </p:cNvSpPr>
          <p:nvPr>
            <p:ph type="sldNum" sz="quarter" idx="12"/>
          </p:nvPr>
        </p:nvSpPr>
        <p:spPr/>
        <p:txBody>
          <a:bodyPr/>
          <a:lstStyle/>
          <a:p>
            <a:fld id="{D8E3BB1E-CF9F-BA4C-AD08-6C35B534BA35}" type="slidenum">
              <a:rPr lang="en-AT" smtClean="0"/>
              <a:t>‹#›</a:t>
            </a:fld>
            <a:endParaRPr lang="en-AT"/>
          </a:p>
        </p:txBody>
      </p:sp>
      <p:sp>
        <p:nvSpPr>
          <p:cNvPr id="7" name="Freeform 6">
            <a:extLst>
              <a:ext uri="{FF2B5EF4-FFF2-40B4-BE49-F238E27FC236}">
                <a16:creationId xmlns:a16="http://schemas.microsoft.com/office/drawing/2014/main" id="{D8FB198A-989B-2E01-487F-E7F804B544A8}"/>
              </a:ext>
            </a:extLst>
          </p:cNvPr>
          <p:cNvSpPr/>
          <p:nvPr userDrawn="1"/>
        </p:nvSpPr>
        <p:spPr>
          <a:xfrm rot="7336004">
            <a:off x="8106926" y="4772515"/>
            <a:ext cx="3241309"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grpSp>
        <p:nvGrpSpPr>
          <p:cNvPr id="8" name="Group 7">
            <a:extLst>
              <a:ext uri="{FF2B5EF4-FFF2-40B4-BE49-F238E27FC236}">
                <a16:creationId xmlns:a16="http://schemas.microsoft.com/office/drawing/2014/main" id="{A27E5090-456E-68C6-E391-DBD60AB7F10F}"/>
              </a:ext>
            </a:extLst>
          </p:cNvPr>
          <p:cNvGrpSpPr/>
          <p:nvPr userDrawn="1"/>
        </p:nvGrpSpPr>
        <p:grpSpPr>
          <a:xfrm rot="1909600">
            <a:off x="9635798" y="4704644"/>
            <a:ext cx="784694" cy="3352353"/>
            <a:chOff x="7715794" y="2375855"/>
            <a:chExt cx="609600" cy="3458888"/>
          </a:xfrm>
        </p:grpSpPr>
        <p:sp>
          <p:nvSpPr>
            <p:cNvPr id="9" name="Rounded Rectangle 8">
              <a:extLst>
                <a:ext uri="{FF2B5EF4-FFF2-40B4-BE49-F238E27FC236}">
                  <a16:creationId xmlns:a16="http://schemas.microsoft.com/office/drawing/2014/main" id="{55602416-CB27-F6E0-C65A-881AA6BE53D2}"/>
                </a:ext>
              </a:extLst>
            </p:cNvPr>
            <p:cNvSpPr/>
            <p:nvPr/>
          </p:nvSpPr>
          <p:spPr>
            <a:xfrm>
              <a:off x="7715794" y="2534194"/>
              <a:ext cx="609600" cy="3300549"/>
            </a:xfrm>
            <a:prstGeom prst="round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10" name="Oval 9">
              <a:extLst>
                <a:ext uri="{FF2B5EF4-FFF2-40B4-BE49-F238E27FC236}">
                  <a16:creationId xmlns:a16="http://schemas.microsoft.com/office/drawing/2014/main" id="{26B583FD-170E-FFC8-8190-6FCD98E59543}"/>
                </a:ext>
              </a:extLst>
            </p:cNvPr>
            <p:cNvSpPr/>
            <p:nvPr/>
          </p:nvSpPr>
          <p:spPr>
            <a:xfrm>
              <a:off x="7715794" y="2375855"/>
              <a:ext cx="609600" cy="618048"/>
            </a:xfrm>
            <a:prstGeom prst="ellipse">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grpSp>
      <p:sp>
        <p:nvSpPr>
          <p:cNvPr id="11" name="Freeform 10">
            <a:extLst>
              <a:ext uri="{FF2B5EF4-FFF2-40B4-BE49-F238E27FC236}">
                <a16:creationId xmlns:a16="http://schemas.microsoft.com/office/drawing/2014/main" id="{0104E189-B722-8CD4-3964-980DA444F349}"/>
              </a:ext>
            </a:extLst>
          </p:cNvPr>
          <p:cNvSpPr/>
          <p:nvPr userDrawn="1"/>
        </p:nvSpPr>
        <p:spPr>
          <a:xfrm rot="18045866">
            <a:off x="9134134" y="5546013"/>
            <a:ext cx="3240000"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pic>
        <p:nvPicPr>
          <p:cNvPr id="12" name="Picture 11" descr="A red and black logo&#10;&#10;AI-generated content may be incorrect.">
            <a:extLst>
              <a:ext uri="{FF2B5EF4-FFF2-40B4-BE49-F238E27FC236}">
                <a16:creationId xmlns:a16="http://schemas.microsoft.com/office/drawing/2014/main" id="{B164D8CB-F608-D56E-9C0D-E1DF3B0FA24D}"/>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09165" y="78607"/>
            <a:ext cx="1809563" cy="491672"/>
          </a:xfrm>
          <a:prstGeom prst="rect">
            <a:avLst/>
          </a:prstGeom>
        </p:spPr>
      </p:pic>
    </p:spTree>
    <p:extLst>
      <p:ext uri="{BB962C8B-B14F-4D97-AF65-F5344CB8AC3E}">
        <p14:creationId xmlns:p14="http://schemas.microsoft.com/office/powerpoint/2010/main" val="10135072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C24411-3171-C2D7-746B-A620CCC023FF}"/>
              </a:ext>
            </a:extLst>
          </p:cNvPr>
          <p:cNvSpPr>
            <a:spLocks noGrp="1"/>
          </p:cNvSpPr>
          <p:nvPr>
            <p:ph type="title"/>
          </p:nvPr>
        </p:nvSpPr>
        <p:spPr/>
        <p:txBody>
          <a:bodyPr/>
          <a:lstStyle/>
          <a:p>
            <a:r>
              <a:rPr lang="en-GB"/>
              <a:t>Click to edit Master title style</a:t>
            </a:r>
            <a:endParaRPr lang="en-AT"/>
          </a:p>
        </p:txBody>
      </p:sp>
      <p:sp>
        <p:nvSpPr>
          <p:cNvPr id="3" name="Content Placeholder 2">
            <a:extLst>
              <a:ext uri="{FF2B5EF4-FFF2-40B4-BE49-F238E27FC236}">
                <a16:creationId xmlns:a16="http://schemas.microsoft.com/office/drawing/2014/main" id="{35171B1E-1A15-8CF7-2420-1B65D74ED36D}"/>
              </a:ext>
            </a:extLst>
          </p:cNvPr>
          <p:cNvSpPr>
            <a:spLocks noGrp="1"/>
          </p:cNvSpPr>
          <p:nvPr>
            <p:ph idx="1"/>
          </p:nvPr>
        </p:nvSpPr>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AT" dirty="0"/>
          </a:p>
        </p:txBody>
      </p:sp>
      <p:sp>
        <p:nvSpPr>
          <p:cNvPr id="4" name="Date Placeholder 3">
            <a:extLst>
              <a:ext uri="{FF2B5EF4-FFF2-40B4-BE49-F238E27FC236}">
                <a16:creationId xmlns:a16="http://schemas.microsoft.com/office/drawing/2014/main" id="{E9A3E93F-194D-2EC2-B1BE-2AD51F9B9E94}"/>
              </a:ext>
            </a:extLst>
          </p:cNvPr>
          <p:cNvSpPr>
            <a:spLocks noGrp="1"/>
          </p:cNvSpPr>
          <p:nvPr>
            <p:ph type="dt" sz="half" idx="10"/>
          </p:nvPr>
        </p:nvSpPr>
        <p:spPr/>
        <p:txBody>
          <a:bodyPr/>
          <a:lstStyle/>
          <a:p>
            <a:fld id="{2C923EFC-C784-AC46-AE3C-8E1B6BCAD649}" type="datetime1">
              <a:rPr lang="en-US" smtClean="0"/>
              <a:pPr/>
              <a:t>5/11/26</a:t>
            </a:fld>
            <a:endParaRPr lang="en-AT" dirty="0"/>
          </a:p>
        </p:txBody>
      </p:sp>
      <p:sp>
        <p:nvSpPr>
          <p:cNvPr id="5" name="Footer Placeholder 4">
            <a:extLst>
              <a:ext uri="{FF2B5EF4-FFF2-40B4-BE49-F238E27FC236}">
                <a16:creationId xmlns:a16="http://schemas.microsoft.com/office/drawing/2014/main" id="{03201317-118A-F2CC-1354-E583C68F78D6}"/>
              </a:ext>
            </a:extLst>
          </p:cNvPr>
          <p:cNvSpPr>
            <a:spLocks noGrp="1"/>
          </p:cNvSpPr>
          <p:nvPr>
            <p:ph type="ftr" sz="quarter" idx="11"/>
          </p:nvPr>
        </p:nvSpPr>
        <p:spPr/>
        <p:txBody>
          <a:bodyPr/>
          <a:lstStyle/>
          <a:p>
            <a:endParaRPr lang="en-AT"/>
          </a:p>
        </p:txBody>
      </p:sp>
      <p:sp>
        <p:nvSpPr>
          <p:cNvPr id="6" name="Slide Number Placeholder 5">
            <a:extLst>
              <a:ext uri="{FF2B5EF4-FFF2-40B4-BE49-F238E27FC236}">
                <a16:creationId xmlns:a16="http://schemas.microsoft.com/office/drawing/2014/main" id="{F4D101D1-DD1C-DD70-99DE-FA67BC8CC1C2}"/>
              </a:ext>
            </a:extLst>
          </p:cNvPr>
          <p:cNvSpPr>
            <a:spLocks noGrp="1"/>
          </p:cNvSpPr>
          <p:nvPr>
            <p:ph type="sldNum" sz="quarter" idx="12"/>
          </p:nvPr>
        </p:nvSpPr>
        <p:spPr/>
        <p:txBody>
          <a:bodyPr/>
          <a:lstStyle/>
          <a:p>
            <a:fld id="{D8E3BB1E-CF9F-BA4C-AD08-6C35B534BA35}" type="slidenum">
              <a:rPr lang="en-AT" smtClean="0"/>
              <a:t>‹#›</a:t>
            </a:fld>
            <a:endParaRPr lang="en-AT"/>
          </a:p>
        </p:txBody>
      </p:sp>
      <p:sp>
        <p:nvSpPr>
          <p:cNvPr id="7" name="Freeform 6">
            <a:extLst>
              <a:ext uri="{FF2B5EF4-FFF2-40B4-BE49-F238E27FC236}">
                <a16:creationId xmlns:a16="http://schemas.microsoft.com/office/drawing/2014/main" id="{B703C308-A36A-C23C-737B-3C9A616681C2}"/>
              </a:ext>
            </a:extLst>
          </p:cNvPr>
          <p:cNvSpPr/>
          <p:nvPr userDrawn="1"/>
        </p:nvSpPr>
        <p:spPr>
          <a:xfrm rot="7336004">
            <a:off x="8106926" y="4772515"/>
            <a:ext cx="3241309"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grpSp>
        <p:nvGrpSpPr>
          <p:cNvPr id="8" name="Group 7">
            <a:extLst>
              <a:ext uri="{FF2B5EF4-FFF2-40B4-BE49-F238E27FC236}">
                <a16:creationId xmlns:a16="http://schemas.microsoft.com/office/drawing/2014/main" id="{6F3F2D58-3CFC-EB8C-C4FF-707BD1B19965}"/>
              </a:ext>
            </a:extLst>
          </p:cNvPr>
          <p:cNvGrpSpPr/>
          <p:nvPr userDrawn="1"/>
        </p:nvGrpSpPr>
        <p:grpSpPr>
          <a:xfrm rot="1909600">
            <a:off x="9635798" y="4704644"/>
            <a:ext cx="784694" cy="3352353"/>
            <a:chOff x="7715794" y="2375855"/>
            <a:chExt cx="609600" cy="3458888"/>
          </a:xfrm>
        </p:grpSpPr>
        <p:sp>
          <p:nvSpPr>
            <p:cNvPr id="9" name="Rounded Rectangle 8">
              <a:extLst>
                <a:ext uri="{FF2B5EF4-FFF2-40B4-BE49-F238E27FC236}">
                  <a16:creationId xmlns:a16="http://schemas.microsoft.com/office/drawing/2014/main" id="{4D491104-C9F3-A30C-7209-5A868ADDE345}"/>
                </a:ext>
              </a:extLst>
            </p:cNvPr>
            <p:cNvSpPr/>
            <p:nvPr/>
          </p:nvSpPr>
          <p:spPr>
            <a:xfrm>
              <a:off x="7715794" y="2534194"/>
              <a:ext cx="609600" cy="3300549"/>
            </a:xfrm>
            <a:prstGeom prst="round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10" name="Oval 9">
              <a:extLst>
                <a:ext uri="{FF2B5EF4-FFF2-40B4-BE49-F238E27FC236}">
                  <a16:creationId xmlns:a16="http://schemas.microsoft.com/office/drawing/2014/main" id="{82521229-4EB8-BEAF-F660-E32D069B7C03}"/>
                </a:ext>
              </a:extLst>
            </p:cNvPr>
            <p:cNvSpPr/>
            <p:nvPr/>
          </p:nvSpPr>
          <p:spPr>
            <a:xfrm>
              <a:off x="7715794" y="2375855"/>
              <a:ext cx="609600" cy="618048"/>
            </a:xfrm>
            <a:prstGeom prst="ellipse">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grpSp>
      <p:sp>
        <p:nvSpPr>
          <p:cNvPr id="11" name="Freeform 10">
            <a:extLst>
              <a:ext uri="{FF2B5EF4-FFF2-40B4-BE49-F238E27FC236}">
                <a16:creationId xmlns:a16="http://schemas.microsoft.com/office/drawing/2014/main" id="{247AAED8-DC4C-B4A6-DC1F-CD0EBA10EFE4}"/>
              </a:ext>
            </a:extLst>
          </p:cNvPr>
          <p:cNvSpPr/>
          <p:nvPr userDrawn="1"/>
        </p:nvSpPr>
        <p:spPr>
          <a:xfrm rot="18045866">
            <a:off x="9134134" y="5546013"/>
            <a:ext cx="3240000"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pic>
        <p:nvPicPr>
          <p:cNvPr id="12" name="Picture 11" descr="A red and black logo&#10;&#10;AI-generated content may be incorrect.">
            <a:extLst>
              <a:ext uri="{FF2B5EF4-FFF2-40B4-BE49-F238E27FC236}">
                <a16:creationId xmlns:a16="http://schemas.microsoft.com/office/drawing/2014/main" id="{EDCE9754-6C00-0776-66EA-4338096A8D7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09165" y="78607"/>
            <a:ext cx="1809563" cy="491672"/>
          </a:xfrm>
          <a:prstGeom prst="rect">
            <a:avLst/>
          </a:prstGeom>
        </p:spPr>
      </p:pic>
      <p:sp>
        <p:nvSpPr>
          <p:cNvPr id="13" name="Freeform 12">
            <a:extLst>
              <a:ext uri="{FF2B5EF4-FFF2-40B4-BE49-F238E27FC236}">
                <a16:creationId xmlns:a16="http://schemas.microsoft.com/office/drawing/2014/main" id="{507D564E-B7A2-1104-3355-9CBFC86FDD99}"/>
              </a:ext>
            </a:extLst>
          </p:cNvPr>
          <p:cNvSpPr/>
          <p:nvPr userDrawn="1"/>
        </p:nvSpPr>
        <p:spPr>
          <a:xfrm rot="5400000">
            <a:off x="1905960" y="-1382169"/>
            <a:ext cx="264089" cy="5708022"/>
          </a:xfrm>
          <a:custGeom>
            <a:avLst/>
            <a:gdLst>
              <a:gd name="csX0" fmla="*/ 172982 w 784694"/>
              <a:gd name="csY0" fmla="*/ 51151 h 3352353"/>
              <a:gd name="csX1" fmla="*/ 392347 w 784694"/>
              <a:gd name="csY1" fmla="*/ 0 h 3352353"/>
              <a:gd name="csX2" fmla="*/ 753861 w 784694"/>
              <a:gd name="csY2" fmla="*/ 182925 h 3352353"/>
              <a:gd name="csX3" fmla="*/ 774280 w 784694"/>
              <a:gd name="csY3" fmla="*/ 233137 h 3352353"/>
              <a:gd name="csX4" fmla="*/ 774416 w 784694"/>
              <a:gd name="csY4" fmla="*/ 233339 h 3352353"/>
              <a:gd name="csX5" fmla="*/ 774470 w 784694"/>
              <a:gd name="csY5" fmla="*/ 233604 h 3352353"/>
              <a:gd name="csX6" fmla="*/ 776723 w 784694"/>
              <a:gd name="csY6" fmla="*/ 239145 h 3352353"/>
              <a:gd name="csX7" fmla="*/ 778868 w 784694"/>
              <a:gd name="csY7" fmla="*/ 255392 h 3352353"/>
              <a:gd name="csX8" fmla="*/ 784694 w 784694"/>
              <a:gd name="csY8" fmla="*/ 284247 h 3352353"/>
              <a:gd name="csX9" fmla="*/ 784694 w 784694"/>
              <a:gd name="csY9" fmla="*/ 299506 h 3352353"/>
              <a:gd name="csX10" fmla="*/ 784694 w 784694"/>
              <a:gd name="csY10" fmla="*/ 299506 h 3352353"/>
              <a:gd name="csX11" fmla="*/ 784694 w 784694"/>
              <a:gd name="csY11" fmla="*/ 299507 h 3352353"/>
              <a:gd name="csX12" fmla="*/ 784694 w 784694"/>
              <a:gd name="csY12" fmla="*/ 3221568 h 3352353"/>
              <a:gd name="csX13" fmla="*/ 653909 w 784694"/>
              <a:gd name="csY13" fmla="*/ 3352353 h 3352353"/>
              <a:gd name="csX14" fmla="*/ 130785 w 784694"/>
              <a:gd name="csY14" fmla="*/ 3352353 h 3352353"/>
              <a:gd name="csX15" fmla="*/ 0 w 784694"/>
              <a:gd name="csY15" fmla="*/ 3221568 h 3352353"/>
              <a:gd name="csX16" fmla="*/ 0 w 784694"/>
              <a:gd name="csY16" fmla="*/ 284247 h 3352353"/>
              <a:gd name="csX17" fmla="*/ 5826 w 784694"/>
              <a:gd name="csY17" fmla="*/ 255390 h 3352353"/>
              <a:gd name="csX18" fmla="*/ 7971 w 784694"/>
              <a:gd name="csY18" fmla="*/ 239145 h 3352353"/>
              <a:gd name="csX19" fmla="*/ 10224 w 784694"/>
              <a:gd name="csY19" fmla="*/ 233605 h 3352353"/>
              <a:gd name="csX20" fmla="*/ 10278 w 784694"/>
              <a:gd name="csY20" fmla="*/ 233339 h 3352353"/>
              <a:gd name="csX21" fmla="*/ 10415 w 784694"/>
              <a:gd name="csY21" fmla="*/ 233136 h 3352353"/>
              <a:gd name="csX22" fmla="*/ 30833 w 784694"/>
              <a:gd name="csY22" fmla="*/ 182925 h 3352353"/>
              <a:gd name="csX23" fmla="*/ 172982 w 784694"/>
              <a:gd name="csY23" fmla="*/ 51151 h 33523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784694" h="3352353">
                <a:moveTo>
                  <a:pt x="172982" y="51151"/>
                </a:moveTo>
                <a:cubicBezTo>
                  <a:pt x="235601" y="18857"/>
                  <a:pt x="311089" y="0"/>
                  <a:pt x="392347" y="0"/>
                </a:cubicBezTo>
                <a:cubicBezTo>
                  <a:pt x="554862" y="0"/>
                  <a:pt x="694300" y="75428"/>
                  <a:pt x="753861" y="182925"/>
                </a:cubicBezTo>
                <a:lnTo>
                  <a:pt x="774280" y="233137"/>
                </a:lnTo>
                <a:lnTo>
                  <a:pt x="774416" y="233339"/>
                </a:lnTo>
                <a:lnTo>
                  <a:pt x="774470" y="233604"/>
                </a:lnTo>
                <a:lnTo>
                  <a:pt x="776723" y="239145"/>
                </a:lnTo>
                <a:lnTo>
                  <a:pt x="778868" y="255392"/>
                </a:lnTo>
                <a:lnTo>
                  <a:pt x="784694" y="284247"/>
                </a:lnTo>
                <a:lnTo>
                  <a:pt x="784694" y="299506"/>
                </a:lnTo>
                <a:lnTo>
                  <a:pt x="784694" y="299506"/>
                </a:lnTo>
                <a:lnTo>
                  <a:pt x="784694" y="299507"/>
                </a:lnTo>
                <a:lnTo>
                  <a:pt x="784694" y="3221568"/>
                </a:lnTo>
                <a:cubicBezTo>
                  <a:pt x="784694" y="3293799"/>
                  <a:pt x="726140" y="3352353"/>
                  <a:pt x="653909" y="3352353"/>
                </a:cubicBezTo>
                <a:lnTo>
                  <a:pt x="130785" y="3352353"/>
                </a:lnTo>
                <a:cubicBezTo>
                  <a:pt x="58554" y="3352353"/>
                  <a:pt x="0" y="3293799"/>
                  <a:pt x="0" y="3221568"/>
                </a:cubicBezTo>
                <a:lnTo>
                  <a:pt x="0" y="284247"/>
                </a:lnTo>
                <a:lnTo>
                  <a:pt x="5826" y="255390"/>
                </a:lnTo>
                <a:lnTo>
                  <a:pt x="7971" y="239145"/>
                </a:lnTo>
                <a:lnTo>
                  <a:pt x="10224" y="233605"/>
                </a:lnTo>
                <a:lnTo>
                  <a:pt x="10278" y="233339"/>
                </a:lnTo>
                <a:lnTo>
                  <a:pt x="10415" y="233136"/>
                </a:lnTo>
                <a:lnTo>
                  <a:pt x="30833" y="182925"/>
                </a:lnTo>
                <a:cubicBezTo>
                  <a:pt x="60614" y="129176"/>
                  <a:pt x="110363" y="83445"/>
                  <a:pt x="172982" y="51151"/>
                </a:cubicBezTo>
                <a:close/>
              </a:path>
            </a:pathLst>
          </a:cu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a:p>
        </p:txBody>
      </p:sp>
    </p:spTree>
    <p:extLst>
      <p:ext uri="{BB962C8B-B14F-4D97-AF65-F5344CB8AC3E}">
        <p14:creationId xmlns:p14="http://schemas.microsoft.com/office/powerpoint/2010/main" val="306784357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5A909B-8187-9259-C703-B81ADEDF745B}"/>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AT"/>
          </a:p>
        </p:txBody>
      </p:sp>
      <p:sp>
        <p:nvSpPr>
          <p:cNvPr id="3" name="Text Placeholder 2">
            <a:extLst>
              <a:ext uri="{FF2B5EF4-FFF2-40B4-BE49-F238E27FC236}">
                <a16:creationId xmlns:a16="http://schemas.microsoft.com/office/drawing/2014/main" id="{E6BBCD72-8D13-01E0-B3AD-927A8ECC497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E257E909-5ECE-EA28-48FC-04B35BAD4303}"/>
              </a:ext>
            </a:extLst>
          </p:cNvPr>
          <p:cNvSpPr>
            <a:spLocks noGrp="1"/>
          </p:cNvSpPr>
          <p:nvPr>
            <p:ph type="dt" sz="half" idx="10"/>
          </p:nvPr>
        </p:nvSpPr>
        <p:spPr/>
        <p:txBody>
          <a:bodyPr/>
          <a:lstStyle/>
          <a:p>
            <a:fld id="{A591BDEC-81C3-DB48-92B3-4E74693DD55D}" type="datetimeFigureOut">
              <a:rPr lang="en-AT" smtClean="0"/>
              <a:t>11.05.26</a:t>
            </a:fld>
            <a:endParaRPr lang="en-AT"/>
          </a:p>
        </p:txBody>
      </p:sp>
      <p:sp>
        <p:nvSpPr>
          <p:cNvPr id="5" name="Footer Placeholder 4">
            <a:extLst>
              <a:ext uri="{FF2B5EF4-FFF2-40B4-BE49-F238E27FC236}">
                <a16:creationId xmlns:a16="http://schemas.microsoft.com/office/drawing/2014/main" id="{2222E802-7298-BAD4-E0E6-3BD941F31731}"/>
              </a:ext>
            </a:extLst>
          </p:cNvPr>
          <p:cNvSpPr>
            <a:spLocks noGrp="1"/>
          </p:cNvSpPr>
          <p:nvPr>
            <p:ph type="ftr" sz="quarter" idx="11"/>
          </p:nvPr>
        </p:nvSpPr>
        <p:spPr/>
        <p:txBody>
          <a:bodyPr/>
          <a:lstStyle/>
          <a:p>
            <a:endParaRPr lang="en-AT"/>
          </a:p>
        </p:txBody>
      </p:sp>
      <p:sp>
        <p:nvSpPr>
          <p:cNvPr id="6" name="Slide Number Placeholder 5">
            <a:extLst>
              <a:ext uri="{FF2B5EF4-FFF2-40B4-BE49-F238E27FC236}">
                <a16:creationId xmlns:a16="http://schemas.microsoft.com/office/drawing/2014/main" id="{5DEF2B34-CE93-848B-31D5-D83BA2878A91}"/>
              </a:ext>
            </a:extLst>
          </p:cNvPr>
          <p:cNvSpPr>
            <a:spLocks noGrp="1"/>
          </p:cNvSpPr>
          <p:nvPr>
            <p:ph type="sldNum" sz="quarter" idx="12"/>
          </p:nvPr>
        </p:nvSpPr>
        <p:spPr/>
        <p:txBody>
          <a:bodyPr/>
          <a:lstStyle/>
          <a:p>
            <a:fld id="{D8E3BB1E-CF9F-BA4C-AD08-6C35B534BA35}" type="slidenum">
              <a:rPr lang="en-AT" smtClean="0"/>
              <a:t>‹#›</a:t>
            </a:fld>
            <a:endParaRPr lang="en-AT"/>
          </a:p>
        </p:txBody>
      </p:sp>
      <p:sp>
        <p:nvSpPr>
          <p:cNvPr id="7" name="Freeform 6">
            <a:extLst>
              <a:ext uri="{FF2B5EF4-FFF2-40B4-BE49-F238E27FC236}">
                <a16:creationId xmlns:a16="http://schemas.microsoft.com/office/drawing/2014/main" id="{9589CD65-5F10-2A5E-08A3-4784155E15AD}"/>
              </a:ext>
            </a:extLst>
          </p:cNvPr>
          <p:cNvSpPr/>
          <p:nvPr userDrawn="1"/>
        </p:nvSpPr>
        <p:spPr>
          <a:xfrm rot="7336004">
            <a:off x="8106926" y="4772515"/>
            <a:ext cx="3241309"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grpSp>
        <p:nvGrpSpPr>
          <p:cNvPr id="8" name="Group 7">
            <a:extLst>
              <a:ext uri="{FF2B5EF4-FFF2-40B4-BE49-F238E27FC236}">
                <a16:creationId xmlns:a16="http://schemas.microsoft.com/office/drawing/2014/main" id="{17AFF811-7F9B-2B8D-CC58-4617CF0DB6EC}"/>
              </a:ext>
            </a:extLst>
          </p:cNvPr>
          <p:cNvGrpSpPr/>
          <p:nvPr userDrawn="1"/>
        </p:nvGrpSpPr>
        <p:grpSpPr>
          <a:xfrm rot="1909600">
            <a:off x="9635798" y="4704644"/>
            <a:ext cx="784694" cy="3352353"/>
            <a:chOff x="7715794" y="2375855"/>
            <a:chExt cx="609600" cy="3458888"/>
          </a:xfrm>
        </p:grpSpPr>
        <p:sp>
          <p:nvSpPr>
            <p:cNvPr id="9" name="Rounded Rectangle 8">
              <a:extLst>
                <a:ext uri="{FF2B5EF4-FFF2-40B4-BE49-F238E27FC236}">
                  <a16:creationId xmlns:a16="http://schemas.microsoft.com/office/drawing/2014/main" id="{123E6DBF-8FE3-ABF9-52E3-01484BA7CC4E}"/>
                </a:ext>
              </a:extLst>
            </p:cNvPr>
            <p:cNvSpPr/>
            <p:nvPr/>
          </p:nvSpPr>
          <p:spPr>
            <a:xfrm>
              <a:off x="7715794" y="2534194"/>
              <a:ext cx="609600" cy="3300549"/>
            </a:xfrm>
            <a:prstGeom prst="round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10" name="Oval 9">
              <a:extLst>
                <a:ext uri="{FF2B5EF4-FFF2-40B4-BE49-F238E27FC236}">
                  <a16:creationId xmlns:a16="http://schemas.microsoft.com/office/drawing/2014/main" id="{C6F2B1F5-4C85-B9F8-45BA-975B76CECBA6}"/>
                </a:ext>
              </a:extLst>
            </p:cNvPr>
            <p:cNvSpPr/>
            <p:nvPr/>
          </p:nvSpPr>
          <p:spPr>
            <a:xfrm>
              <a:off x="7715794" y="2375855"/>
              <a:ext cx="609600" cy="618048"/>
            </a:xfrm>
            <a:prstGeom prst="ellipse">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grpSp>
      <p:sp>
        <p:nvSpPr>
          <p:cNvPr id="11" name="Freeform 10">
            <a:extLst>
              <a:ext uri="{FF2B5EF4-FFF2-40B4-BE49-F238E27FC236}">
                <a16:creationId xmlns:a16="http://schemas.microsoft.com/office/drawing/2014/main" id="{DF5AF3FC-A7FB-8F1D-041D-FCAB37F95877}"/>
              </a:ext>
            </a:extLst>
          </p:cNvPr>
          <p:cNvSpPr/>
          <p:nvPr userDrawn="1"/>
        </p:nvSpPr>
        <p:spPr>
          <a:xfrm rot="18045866">
            <a:off x="9134134" y="5546013"/>
            <a:ext cx="3240000"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pic>
        <p:nvPicPr>
          <p:cNvPr id="12" name="Picture 11" descr="A red and black logo&#10;&#10;AI-generated content may be incorrect.">
            <a:extLst>
              <a:ext uri="{FF2B5EF4-FFF2-40B4-BE49-F238E27FC236}">
                <a16:creationId xmlns:a16="http://schemas.microsoft.com/office/drawing/2014/main" id="{2EF331A1-FBA0-96AE-7994-1DC3B9DFDD1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09165" y="78607"/>
            <a:ext cx="1809563" cy="491672"/>
          </a:xfrm>
          <a:prstGeom prst="rect">
            <a:avLst/>
          </a:prstGeom>
        </p:spPr>
      </p:pic>
    </p:spTree>
    <p:extLst>
      <p:ext uri="{BB962C8B-B14F-4D97-AF65-F5344CB8AC3E}">
        <p14:creationId xmlns:p14="http://schemas.microsoft.com/office/powerpoint/2010/main" val="125538783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42E27E-FBF7-E1D1-FA66-0AAE47BEEA22}"/>
              </a:ext>
            </a:extLst>
          </p:cNvPr>
          <p:cNvSpPr>
            <a:spLocks noGrp="1"/>
          </p:cNvSpPr>
          <p:nvPr>
            <p:ph type="title"/>
          </p:nvPr>
        </p:nvSpPr>
        <p:spPr/>
        <p:txBody>
          <a:bodyPr/>
          <a:lstStyle/>
          <a:p>
            <a:r>
              <a:rPr lang="en-GB"/>
              <a:t>Click to edit Master title style</a:t>
            </a:r>
            <a:endParaRPr lang="en-AT"/>
          </a:p>
        </p:txBody>
      </p:sp>
      <p:sp>
        <p:nvSpPr>
          <p:cNvPr id="3" name="Content Placeholder 2">
            <a:extLst>
              <a:ext uri="{FF2B5EF4-FFF2-40B4-BE49-F238E27FC236}">
                <a16:creationId xmlns:a16="http://schemas.microsoft.com/office/drawing/2014/main" id="{3583F2A8-F6C6-E247-36C4-34D690B4D3D7}"/>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T"/>
          </a:p>
        </p:txBody>
      </p:sp>
      <p:sp>
        <p:nvSpPr>
          <p:cNvPr id="4" name="Content Placeholder 3">
            <a:extLst>
              <a:ext uri="{FF2B5EF4-FFF2-40B4-BE49-F238E27FC236}">
                <a16:creationId xmlns:a16="http://schemas.microsoft.com/office/drawing/2014/main" id="{96B8EE53-E0C8-E326-1EBA-3295756D2458}"/>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T"/>
          </a:p>
        </p:txBody>
      </p:sp>
      <p:sp>
        <p:nvSpPr>
          <p:cNvPr id="5" name="Date Placeholder 4">
            <a:extLst>
              <a:ext uri="{FF2B5EF4-FFF2-40B4-BE49-F238E27FC236}">
                <a16:creationId xmlns:a16="http://schemas.microsoft.com/office/drawing/2014/main" id="{386C9890-96D8-C421-F52E-89E5FA5B8FFC}"/>
              </a:ext>
            </a:extLst>
          </p:cNvPr>
          <p:cNvSpPr>
            <a:spLocks noGrp="1"/>
          </p:cNvSpPr>
          <p:nvPr>
            <p:ph type="dt" sz="half" idx="10"/>
          </p:nvPr>
        </p:nvSpPr>
        <p:spPr/>
        <p:txBody>
          <a:bodyPr/>
          <a:lstStyle/>
          <a:p>
            <a:fld id="{A591BDEC-81C3-DB48-92B3-4E74693DD55D}" type="datetimeFigureOut">
              <a:rPr lang="en-AT" smtClean="0"/>
              <a:t>11.05.26</a:t>
            </a:fld>
            <a:endParaRPr lang="en-AT"/>
          </a:p>
        </p:txBody>
      </p:sp>
      <p:sp>
        <p:nvSpPr>
          <p:cNvPr id="6" name="Footer Placeholder 5">
            <a:extLst>
              <a:ext uri="{FF2B5EF4-FFF2-40B4-BE49-F238E27FC236}">
                <a16:creationId xmlns:a16="http://schemas.microsoft.com/office/drawing/2014/main" id="{066F1BCA-A324-D676-9CFF-F496AE89264F}"/>
              </a:ext>
            </a:extLst>
          </p:cNvPr>
          <p:cNvSpPr>
            <a:spLocks noGrp="1"/>
          </p:cNvSpPr>
          <p:nvPr>
            <p:ph type="ftr" sz="quarter" idx="11"/>
          </p:nvPr>
        </p:nvSpPr>
        <p:spPr/>
        <p:txBody>
          <a:bodyPr/>
          <a:lstStyle/>
          <a:p>
            <a:endParaRPr lang="en-AT"/>
          </a:p>
        </p:txBody>
      </p:sp>
      <p:sp>
        <p:nvSpPr>
          <p:cNvPr id="7" name="Slide Number Placeholder 6">
            <a:extLst>
              <a:ext uri="{FF2B5EF4-FFF2-40B4-BE49-F238E27FC236}">
                <a16:creationId xmlns:a16="http://schemas.microsoft.com/office/drawing/2014/main" id="{EBAE1F81-3D0C-317C-254B-9F0FC46BAAB4}"/>
              </a:ext>
            </a:extLst>
          </p:cNvPr>
          <p:cNvSpPr>
            <a:spLocks noGrp="1"/>
          </p:cNvSpPr>
          <p:nvPr>
            <p:ph type="sldNum" sz="quarter" idx="12"/>
          </p:nvPr>
        </p:nvSpPr>
        <p:spPr/>
        <p:txBody>
          <a:bodyPr/>
          <a:lstStyle/>
          <a:p>
            <a:fld id="{D8E3BB1E-CF9F-BA4C-AD08-6C35B534BA35}" type="slidenum">
              <a:rPr lang="en-AT" smtClean="0"/>
              <a:t>‹#›</a:t>
            </a:fld>
            <a:endParaRPr lang="en-AT"/>
          </a:p>
        </p:txBody>
      </p:sp>
      <p:sp>
        <p:nvSpPr>
          <p:cNvPr id="8" name="Freeform 7">
            <a:extLst>
              <a:ext uri="{FF2B5EF4-FFF2-40B4-BE49-F238E27FC236}">
                <a16:creationId xmlns:a16="http://schemas.microsoft.com/office/drawing/2014/main" id="{FB3973F1-0FD7-E73C-D601-F35B9056F1F9}"/>
              </a:ext>
            </a:extLst>
          </p:cNvPr>
          <p:cNvSpPr/>
          <p:nvPr userDrawn="1"/>
        </p:nvSpPr>
        <p:spPr>
          <a:xfrm rot="7336004">
            <a:off x="8106926" y="4772515"/>
            <a:ext cx="3241309"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grpSp>
        <p:nvGrpSpPr>
          <p:cNvPr id="9" name="Group 8">
            <a:extLst>
              <a:ext uri="{FF2B5EF4-FFF2-40B4-BE49-F238E27FC236}">
                <a16:creationId xmlns:a16="http://schemas.microsoft.com/office/drawing/2014/main" id="{91CF6CCF-D429-0CF0-05DE-4D366EFE8753}"/>
              </a:ext>
            </a:extLst>
          </p:cNvPr>
          <p:cNvGrpSpPr/>
          <p:nvPr userDrawn="1"/>
        </p:nvGrpSpPr>
        <p:grpSpPr>
          <a:xfrm rot="1909600">
            <a:off x="9635798" y="4704644"/>
            <a:ext cx="784694" cy="3352353"/>
            <a:chOff x="7715794" y="2375855"/>
            <a:chExt cx="609600" cy="3458888"/>
          </a:xfrm>
        </p:grpSpPr>
        <p:sp>
          <p:nvSpPr>
            <p:cNvPr id="10" name="Rounded Rectangle 9">
              <a:extLst>
                <a:ext uri="{FF2B5EF4-FFF2-40B4-BE49-F238E27FC236}">
                  <a16:creationId xmlns:a16="http://schemas.microsoft.com/office/drawing/2014/main" id="{70370479-BBD2-FF8A-2DB0-7A5DD86349A9}"/>
                </a:ext>
              </a:extLst>
            </p:cNvPr>
            <p:cNvSpPr/>
            <p:nvPr/>
          </p:nvSpPr>
          <p:spPr>
            <a:xfrm>
              <a:off x="7715794" y="2534194"/>
              <a:ext cx="609600" cy="3300549"/>
            </a:xfrm>
            <a:prstGeom prst="round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11" name="Oval 10">
              <a:extLst>
                <a:ext uri="{FF2B5EF4-FFF2-40B4-BE49-F238E27FC236}">
                  <a16:creationId xmlns:a16="http://schemas.microsoft.com/office/drawing/2014/main" id="{D57D8D5D-07C9-0C5C-EAB4-234FE01CD4D5}"/>
                </a:ext>
              </a:extLst>
            </p:cNvPr>
            <p:cNvSpPr/>
            <p:nvPr/>
          </p:nvSpPr>
          <p:spPr>
            <a:xfrm>
              <a:off x="7715794" y="2375855"/>
              <a:ext cx="609600" cy="618048"/>
            </a:xfrm>
            <a:prstGeom prst="ellipse">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grpSp>
      <p:sp>
        <p:nvSpPr>
          <p:cNvPr id="12" name="Freeform 11">
            <a:extLst>
              <a:ext uri="{FF2B5EF4-FFF2-40B4-BE49-F238E27FC236}">
                <a16:creationId xmlns:a16="http://schemas.microsoft.com/office/drawing/2014/main" id="{2E01D89F-E383-A868-DDA1-8D9C405D8F36}"/>
              </a:ext>
            </a:extLst>
          </p:cNvPr>
          <p:cNvSpPr/>
          <p:nvPr userDrawn="1"/>
        </p:nvSpPr>
        <p:spPr>
          <a:xfrm rot="18045866">
            <a:off x="9134134" y="5546013"/>
            <a:ext cx="3240000"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sp>
        <p:nvSpPr>
          <p:cNvPr id="13" name="Freeform 12">
            <a:extLst>
              <a:ext uri="{FF2B5EF4-FFF2-40B4-BE49-F238E27FC236}">
                <a16:creationId xmlns:a16="http://schemas.microsoft.com/office/drawing/2014/main" id="{E84AEF60-975A-95F7-0943-7B3F46AD3B73}"/>
              </a:ext>
            </a:extLst>
          </p:cNvPr>
          <p:cNvSpPr/>
          <p:nvPr userDrawn="1"/>
        </p:nvSpPr>
        <p:spPr>
          <a:xfrm rot="5400000">
            <a:off x="1905960" y="-1382169"/>
            <a:ext cx="264089" cy="5708022"/>
          </a:xfrm>
          <a:custGeom>
            <a:avLst/>
            <a:gdLst>
              <a:gd name="csX0" fmla="*/ 172982 w 784694"/>
              <a:gd name="csY0" fmla="*/ 51151 h 3352353"/>
              <a:gd name="csX1" fmla="*/ 392347 w 784694"/>
              <a:gd name="csY1" fmla="*/ 0 h 3352353"/>
              <a:gd name="csX2" fmla="*/ 753861 w 784694"/>
              <a:gd name="csY2" fmla="*/ 182925 h 3352353"/>
              <a:gd name="csX3" fmla="*/ 774280 w 784694"/>
              <a:gd name="csY3" fmla="*/ 233137 h 3352353"/>
              <a:gd name="csX4" fmla="*/ 774416 w 784694"/>
              <a:gd name="csY4" fmla="*/ 233339 h 3352353"/>
              <a:gd name="csX5" fmla="*/ 774470 w 784694"/>
              <a:gd name="csY5" fmla="*/ 233604 h 3352353"/>
              <a:gd name="csX6" fmla="*/ 776723 w 784694"/>
              <a:gd name="csY6" fmla="*/ 239145 h 3352353"/>
              <a:gd name="csX7" fmla="*/ 778868 w 784694"/>
              <a:gd name="csY7" fmla="*/ 255392 h 3352353"/>
              <a:gd name="csX8" fmla="*/ 784694 w 784694"/>
              <a:gd name="csY8" fmla="*/ 284247 h 3352353"/>
              <a:gd name="csX9" fmla="*/ 784694 w 784694"/>
              <a:gd name="csY9" fmla="*/ 299506 h 3352353"/>
              <a:gd name="csX10" fmla="*/ 784694 w 784694"/>
              <a:gd name="csY10" fmla="*/ 299506 h 3352353"/>
              <a:gd name="csX11" fmla="*/ 784694 w 784694"/>
              <a:gd name="csY11" fmla="*/ 299507 h 3352353"/>
              <a:gd name="csX12" fmla="*/ 784694 w 784694"/>
              <a:gd name="csY12" fmla="*/ 3221568 h 3352353"/>
              <a:gd name="csX13" fmla="*/ 653909 w 784694"/>
              <a:gd name="csY13" fmla="*/ 3352353 h 3352353"/>
              <a:gd name="csX14" fmla="*/ 130785 w 784694"/>
              <a:gd name="csY14" fmla="*/ 3352353 h 3352353"/>
              <a:gd name="csX15" fmla="*/ 0 w 784694"/>
              <a:gd name="csY15" fmla="*/ 3221568 h 3352353"/>
              <a:gd name="csX16" fmla="*/ 0 w 784694"/>
              <a:gd name="csY16" fmla="*/ 284247 h 3352353"/>
              <a:gd name="csX17" fmla="*/ 5826 w 784694"/>
              <a:gd name="csY17" fmla="*/ 255390 h 3352353"/>
              <a:gd name="csX18" fmla="*/ 7971 w 784694"/>
              <a:gd name="csY18" fmla="*/ 239145 h 3352353"/>
              <a:gd name="csX19" fmla="*/ 10224 w 784694"/>
              <a:gd name="csY19" fmla="*/ 233605 h 3352353"/>
              <a:gd name="csX20" fmla="*/ 10278 w 784694"/>
              <a:gd name="csY20" fmla="*/ 233339 h 3352353"/>
              <a:gd name="csX21" fmla="*/ 10415 w 784694"/>
              <a:gd name="csY21" fmla="*/ 233136 h 3352353"/>
              <a:gd name="csX22" fmla="*/ 30833 w 784694"/>
              <a:gd name="csY22" fmla="*/ 182925 h 3352353"/>
              <a:gd name="csX23" fmla="*/ 172982 w 784694"/>
              <a:gd name="csY23" fmla="*/ 51151 h 33523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784694" h="3352353">
                <a:moveTo>
                  <a:pt x="172982" y="51151"/>
                </a:moveTo>
                <a:cubicBezTo>
                  <a:pt x="235601" y="18857"/>
                  <a:pt x="311089" y="0"/>
                  <a:pt x="392347" y="0"/>
                </a:cubicBezTo>
                <a:cubicBezTo>
                  <a:pt x="554862" y="0"/>
                  <a:pt x="694300" y="75428"/>
                  <a:pt x="753861" y="182925"/>
                </a:cubicBezTo>
                <a:lnTo>
                  <a:pt x="774280" y="233137"/>
                </a:lnTo>
                <a:lnTo>
                  <a:pt x="774416" y="233339"/>
                </a:lnTo>
                <a:lnTo>
                  <a:pt x="774470" y="233604"/>
                </a:lnTo>
                <a:lnTo>
                  <a:pt x="776723" y="239145"/>
                </a:lnTo>
                <a:lnTo>
                  <a:pt x="778868" y="255392"/>
                </a:lnTo>
                <a:lnTo>
                  <a:pt x="784694" y="284247"/>
                </a:lnTo>
                <a:lnTo>
                  <a:pt x="784694" y="299506"/>
                </a:lnTo>
                <a:lnTo>
                  <a:pt x="784694" y="299506"/>
                </a:lnTo>
                <a:lnTo>
                  <a:pt x="784694" y="299507"/>
                </a:lnTo>
                <a:lnTo>
                  <a:pt x="784694" y="3221568"/>
                </a:lnTo>
                <a:cubicBezTo>
                  <a:pt x="784694" y="3293799"/>
                  <a:pt x="726140" y="3352353"/>
                  <a:pt x="653909" y="3352353"/>
                </a:cubicBezTo>
                <a:lnTo>
                  <a:pt x="130785" y="3352353"/>
                </a:lnTo>
                <a:cubicBezTo>
                  <a:pt x="58554" y="3352353"/>
                  <a:pt x="0" y="3293799"/>
                  <a:pt x="0" y="3221568"/>
                </a:cubicBezTo>
                <a:lnTo>
                  <a:pt x="0" y="284247"/>
                </a:lnTo>
                <a:lnTo>
                  <a:pt x="5826" y="255390"/>
                </a:lnTo>
                <a:lnTo>
                  <a:pt x="7971" y="239145"/>
                </a:lnTo>
                <a:lnTo>
                  <a:pt x="10224" y="233605"/>
                </a:lnTo>
                <a:lnTo>
                  <a:pt x="10278" y="233339"/>
                </a:lnTo>
                <a:lnTo>
                  <a:pt x="10415" y="233136"/>
                </a:lnTo>
                <a:lnTo>
                  <a:pt x="30833" y="182925"/>
                </a:lnTo>
                <a:cubicBezTo>
                  <a:pt x="60614" y="129176"/>
                  <a:pt x="110363" y="83445"/>
                  <a:pt x="172982" y="51151"/>
                </a:cubicBezTo>
                <a:close/>
              </a:path>
            </a:pathLst>
          </a:cu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a:p>
        </p:txBody>
      </p:sp>
      <p:pic>
        <p:nvPicPr>
          <p:cNvPr id="14" name="Picture 13" descr="A red and black logo&#10;&#10;AI-generated content may be incorrect.">
            <a:extLst>
              <a:ext uri="{FF2B5EF4-FFF2-40B4-BE49-F238E27FC236}">
                <a16:creationId xmlns:a16="http://schemas.microsoft.com/office/drawing/2014/main" id="{E1611379-1517-AFEA-9548-02E3EE6BA92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09165" y="78607"/>
            <a:ext cx="1809563" cy="491672"/>
          </a:xfrm>
          <a:prstGeom prst="rect">
            <a:avLst/>
          </a:prstGeom>
        </p:spPr>
      </p:pic>
    </p:spTree>
    <p:extLst>
      <p:ext uri="{BB962C8B-B14F-4D97-AF65-F5344CB8AC3E}">
        <p14:creationId xmlns:p14="http://schemas.microsoft.com/office/powerpoint/2010/main" val="29095335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032E9E-ADD2-BE08-DEFE-FD45AE47CF52}"/>
              </a:ext>
            </a:extLst>
          </p:cNvPr>
          <p:cNvSpPr>
            <a:spLocks noGrp="1"/>
          </p:cNvSpPr>
          <p:nvPr>
            <p:ph type="title"/>
          </p:nvPr>
        </p:nvSpPr>
        <p:spPr>
          <a:xfrm>
            <a:off x="839788" y="365125"/>
            <a:ext cx="10515600" cy="1325563"/>
          </a:xfrm>
        </p:spPr>
        <p:txBody>
          <a:bodyPr/>
          <a:lstStyle/>
          <a:p>
            <a:r>
              <a:rPr lang="en-GB"/>
              <a:t>Click to edit Master title style</a:t>
            </a:r>
            <a:endParaRPr lang="en-AT"/>
          </a:p>
        </p:txBody>
      </p:sp>
      <p:sp>
        <p:nvSpPr>
          <p:cNvPr id="3" name="Text Placeholder 2">
            <a:extLst>
              <a:ext uri="{FF2B5EF4-FFF2-40B4-BE49-F238E27FC236}">
                <a16:creationId xmlns:a16="http://schemas.microsoft.com/office/drawing/2014/main" id="{EC283A32-25C9-AD33-2534-FCEE0476E02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674B07E2-D127-E6B7-3008-A53226AE2A66}"/>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T"/>
          </a:p>
        </p:txBody>
      </p:sp>
      <p:sp>
        <p:nvSpPr>
          <p:cNvPr id="5" name="Text Placeholder 4">
            <a:extLst>
              <a:ext uri="{FF2B5EF4-FFF2-40B4-BE49-F238E27FC236}">
                <a16:creationId xmlns:a16="http://schemas.microsoft.com/office/drawing/2014/main" id="{C3CF64B3-30EA-D82E-7B58-037A489DBFC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EDA688AC-338C-3AC5-829A-F54813C9409D}"/>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T"/>
          </a:p>
        </p:txBody>
      </p:sp>
      <p:sp>
        <p:nvSpPr>
          <p:cNvPr id="7" name="Date Placeholder 6">
            <a:extLst>
              <a:ext uri="{FF2B5EF4-FFF2-40B4-BE49-F238E27FC236}">
                <a16:creationId xmlns:a16="http://schemas.microsoft.com/office/drawing/2014/main" id="{3CCA5D16-6D99-8B5D-23CC-0876B8256253}"/>
              </a:ext>
            </a:extLst>
          </p:cNvPr>
          <p:cNvSpPr>
            <a:spLocks noGrp="1"/>
          </p:cNvSpPr>
          <p:nvPr>
            <p:ph type="dt" sz="half" idx="10"/>
          </p:nvPr>
        </p:nvSpPr>
        <p:spPr/>
        <p:txBody>
          <a:bodyPr/>
          <a:lstStyle/>
          <a:p>
            <a:fld id="{A591BDEC-81C3-DB48-92B3-4E74693DD55D}" type="datetimeFigureOut">
              <a:rPr lang="en-AT" smtClean="0"/>
              <a:t>11.05.26</a:t>
            </a:fld>
            <a:endParaRPr lang="en-AT"/>
          </a:p>
        </p:txBody>
      </p:sp>
      <p:sp>
        <p:nvSpPr>
          <p:cNvPr id="8" name="Footer Placeholder 7">
            <a:extLst>
              <a:ext uri="{FF2B5EF4-FFF2-40B4-BE49-F238E27FC236}">
                <a16:creationId xmlns:a16="http://schemas.microsoft.com/office/drawing/2014/main" id="{022B6E79-88CD-C666-4034-53122E856562}"/>
              </a:ext>
            </a:extLst>
          </p:cNvPr>
          <p:cNvSpPr>
            <a:spLocks noGrp="1"/>
          </p:cNvSpPr>
          <p:nvPr>
            <p:ph type="ftr" sz="quarter" idx="11"/>
          </p:nvPr>
        </p:nvSpPr>
        <p:spPr/>
        <p:txBody>
          <a:bodyPr/>
          <a:lstStyle/>
          <a:p>
            <a:endParaRPr lang="en-AT"/>
          </a:p>
        </p:txBody>
      </p:sp>
      <p:sp>
        <p:nvSpPr>
          <p:cNvPr id="9" name="Slide Number Placeholder 8">
            <a:extLst>
              <a:ext uri="{FF2B5EF4-FFF2-40B4-BE49-F238E27FC236}">
                <a16:creationId xmlns:a16="http://schemas.microsoft.com/office/drawing/2014/main" id="{CC388AC4-EB5B-089F-4585-D736D7E35A57}"/>
              </a:ext>
            </a:extLst>
          </p:cNvPr>
          <p:cNvSpPr>
            <a:spLocks noGrp="1"/>
          </p:cNvSpPr>
          <p:nvPr>
            <p:ph type="sldNum" sz="quarter" idx="12"/>
          </p:nvPr>
        </p:nvSpPr>
        <p:spPr/>
        <p:txBody>
          <a:bodyPr/>
          <a:lstStyle/>
          <a:p>
            <a:fld id="{D8E3BB1E-CF9F-BA4C-AD08-6C35B534BA35}" type="slidenum">
              <a:rPr lang="en-AT" smtClean="0"/>
              <a:t>‹#›</a:t>
            </a:fld>
            <a:endParaRPr lang="en-AT"/>
          </a:p>
        </p:txBody>
      </p:sp>
      <p:sp>
        <p:nvSpPr>
          <p:cNvPr id="10" name="Freeform 9">
            <a:extLst>
              <a:ext uri="{FF2B5EF4-FFF2-40B4-BE49-F238E27FC236}">
                <a16:creationId xmlns:a16="http://schemas.microsoft.com/office/drawing/2014/main" id="{F201A220-9FE5-8298-5472-24DF51C00DD9}"/>
              </a:ext>
            </a:extLst>
          </p:cNvPr>
          <p:cNvSpPr/>
          <p:nvPr userDrawn="1"/>
        </p:nvSpPr>
        <p:spPr>
          <a:xfrm rot="7336004">
            <a:off x="8106926" y="4772515"/>
            <a:ext cx="3241309"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grpSp>
        <p:nvGrpSpPr>
          <p:cNvPr id="11" name="Group 10">
            <a:extLst>
              <a:ext uri="{FF2B5EF4-FFF2-40B4-BE49-F238E27FC236}">
                <a16:creationId xmlns:a16="http://schemas.microsoft.com/office/drawing/2014/main" id="{D7746DDD-0411-EF63-173B-3B41E3C39BEC}"/>
              </a:ext>
            </a:extLst>
          </p:cNvPr>
          <p:cNvGrpSpPr/>
          <p:nvPr userDrawn="1"/>
        </p:nvGrpSpPr>
        <p:grpSpPr>
          <a:xfrm rot="1909600">
            <a:off x="9635798" y="4704644"/>
            <a:ext cx="784694" cy="3352353"/>
            <a:chOff x="7715794" y="2375855"/>
            <a:chExt cx="609600" cy="3458888"/>
          </a:xfrm>
        </p:grpSpPr>
        <p:sp>
          <p:nvSpPr>
            <p:cNvPr id="12" name="Rounded Rectangle 11">
              <a:extLst>
                <a:ext uri="{FF2B5EF4-FFF2-40B4-BE49-F238E27FC236}">
                  <a16:creationId xmlns:a16="http://schemas.microsoft.com/office/drawing/2014/main" id="{A8059651-D777-D47B-57E7-408F993AFABD}"/>
                </a:ext>
              </a:extLst>
            </p:cNvPr>
            <p:cNvSpPr/>
            <p:nvPr/>
          </p:nvSpPr>
          <p:spPr>
            <a:xfrm>
              <a:off x="7715794" y="2534194"/>
              <a:ext cx="609600" cy="3300549"/>
            </a:xfrm>
            <a:prstGeom prst="round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13" name="Oval 12">
              <a:extLst>
                <a:ext uri="{FF2B5EF4-FFF2-40B4-BE49-F238E27FC236}">
                  <a16:creationId xmlns:a16="http://schemas.microsoft.com/office/drawing/2014/main" id="{297778A5-4CF3-EEA2-A12C-5689024F2A6F}"/>
                </a:ext>
              </a:extLst>
            </p:cNvPr>
            <p:cNvSpPr/>
            <p:nvPr/>
          </p:nvSpPr>
          <p:spPr>
            <a:xfrm>
              <a:off x="7715794" y="2375855"/>
              <a:ext cx="609600" cy="618048"/>
            </a:xfrm>
            <a:prstGeom prst="ellipse">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grpSp>
      <p:sp>
        <p:nvSpPr>
          <p:cNvPr id="14" name="Freeform 13">
            <a:extLst>
              <a:ext uri="{FF2B5EF4-FFF2-40B4-BE49-F238E27FC236}">
                <a16:creationId xmlns:a16="http://schemas.microsoft.com/office/drawing/2014/main" id="{A2BF3103-6099-DFBB-0DAC-C56679D7033A}"/>
              </a:ext>
            </a:extLst>
          </p:cNvPr>
          <p:cNvSpPr/>
          <p:nvPr userDrawn="1"/>
        </p:nvSpPr>
        <p:spPr>
          <a:xfrm rot="18045866">
            <a:off x="9134134" y="5546013"/>
            <a:ext cx="3240000"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sp>
        <p:nvSpPr>
          <p:cNvPr id="15" name="Freeform 14">
            <a:extLst>
              <a:ext uri="{FF2B5EF4-FFF2-40B4-BE49-F238E27FC236}">
                <a16:creationId xmlns:a16="http://schemas.microsoft.com/office/drawing/2014/main" id="{6980F5AE-4DFD-602C-243F-A756C225EB59}"/>
              </a:ext>
            </a:extLst>
          </p:cNvPr>
          <p:cNvSpPr/>
          <p:nvPr userDrawn="1"/>
        </p:nvSpPr>
        <p:spPr>
          <a:xfrm rot="5400000">
            <a:off x="1905960" y="-1382169"/>
            <a:ext cx="264089" cy="5708022"/>
          </a:xfrm>
          <a:custGeom>
            <a:avLst/>
            <a:gdLst>
              <a:gd name="csX0" fmla="*/ 172982 w 784694"/>
              <a:gd name="csY0" fmla="*/ 51151 h 3352353"/>
              <a:gd name="csX1" fmla="*/ 392347 w 784694"/>
              <a:gd name="csY1" fmla="*/ 0 h 3352353"/>
              <a:gd name="csX2" fmla="*/ 753861 w 784694"/>
              <a:gd name="csY2" fmla="*/ 182925 h 3352353"/>
              <a:gd name="csX3" fmla="*/ 774280 w 784694"/>
              <a:gd name="csY3" fmla="*/ 233137 h 3352353"/>
              <a:gd name="csX4" fmla="*/ 774416 w 784694"/>
              <a:gd name="csY4" fmla="*/ 233339 h 3352353"/>
              <a:gd name="csX5" fmla="*/ 774470 w 784694"/>
              <a:gd name="csY5" fmla="*/ 233604 h 3352353"/>
              <a:gd name="csX6" fmla="*/ 776723 w 784694"/>
              <a:gd name="csY6" fmla="*/ 239145 h 3352353"/>
              <a:gd name="csX7" fmla="*/ 778868 w 784694"/>
              <a:gd name="csY7" fmla="*/ 255392 h 3352353"/>
              <a:gd name="csX8" fmla="*/ 784694 w 784694"/>
              <a:gd name="csY8" fmla="*/ 284247 h 3352353"/>
              <a:gd name="csX9" fmla="*/ 784694 w 784694"/>
              <a:gd name="csY9" fmla="*/ 299506 h 3352353"/>
              <a:gd name="csX10" fmla="*/ 784694 w 784694"/>
              <a:gd name="csY10" fmla="*/ 299506 h 3352353"/>
              <a:gd name="csX11" fmla="*/ 784694 w 784694"/>
              <a:gd name="csY11" fmla="*/ 299507 h 3352353"/>
              <a:gd name="csX12" fmla="*/ 784694 w 784694"/>
              <a:gd name="csY12" fmla="*/ 3221568 h 3352353"/>
              <a:gd name="csX13" fmla="*/ 653909 w 784694"/>
              <a:gd name="csY13" fmla="*/ 3352353 h 3352353"/>
              <a:gd name="csX14" fmla="*/ 130785 w 784694"/>
              <a:gd name="csY14" fmla="*/ 3352353 h 3352353"/>
              <a:gd name="csX15" fmla="*/ 0 w 784694"/>
              <a:gd name="csY15" fmla="*/ 3221568 h 3352353"/>
              <a:gd name="csX16" fmla="*/ 0 w 784694"/>
              <a:gd name="csY16" fmla="*/ 284247 h 3352353"/>
              <a:gd name="csX17" fmla="*/ 5826 w 784694"/>
              <a:gd name="csY17" fmla="*/ 255390 h 3352353"/>
              <a:gd name="csX18" fmla="*/ 7971 w 784694"/>
              <a:gd name="csY18" fmla="*/ 239145 h 3352353"/>
              <a:gd name="csX19" fmla="*/ 10224 w 784694"/>
              <a:gd name="csY19" fmla="*/ 233605 h 3352353"/>
              <a:gd name="csX20" fmla="*/ 10278 w 784694"/>
              <a:gd name="csY20" fmla="*/ 233339 h 3352353"/>
              <a:gd name="csX21" fmla="*/ 10415 w 784694"/>
              <a:gd name="csY21" fmla="*/ 233136 h 3352353"/>
              <a:gd name="csX22" fmla="*/ 30833 w 784694"/>
              <a:gd name="csY22" fmla="*/ 182925 h 3352353"/>
              <a:gd name="csX23" fmla="*/ 172982 w 784694"/>
              <a:gd name="csY23" fmla="*/ 51151 h 33523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784694" h="3352353">
                <a:moveTo>
                  <a:pt x="172982" y="51151"/>
                </a:moveTo>
                <a:cubicBezTo>
                  <a:pt x="235601" y="18857"/>
                  <a:pt x="311089" y="0"/>
                  <a:pt x="392347" y="0"/>
                </a:cubicBezTo>
                <a:cubicBezTo>
                  <a:pt x="554862" y="0"/>
                  <a:pt x="694300" y="75428"/>
                  <a:pt x="753861" y="182925"/>
                </a:cubicBezTo>
                <a:lnTo>
                  <a:pt x="774280" y="233137"/>
                </a:lnTo>
                <a:lnTo>
                  <a:pt x="774416" y="233339"/>
                </a:lnTo>
                <a:lnTo>
                  <a:pt x="774470" y="233604"/>
                </a:lnTo>
                <a:lnTo>
                  <a:pt x="776723" y="239145"/>
                </a:lnTo>
                <a:lnTo>
                  <a:pt x="778868" y="255392"/>
                </a:lnTo>
                <a:lnTo>
                  <a:pt x="784694" y="284247"/>
                </a:lnTo>
                <a:lnTo>
                  <a:pt x="784694" y="299506"/>
                </a:lnTo>
                <a:lnTo>
                  <a:pt x="784694" y="299506"/>
                </a:lnTo>
                <a:lnTo>
                  <a:pt x="784694" y="299507"/>
                </a:lnTo>
                <a:lnTo>
                  <a:pt x="784694" y="3221568"/>
                </a:lnTo>
                <a:cubicBezTo>
                  <a:pt x="784694" y="3293799"/>
                  <a:pt x="726140" y="3352353"/>
                  <a:pt x="653909" y="3352353"/>
                </a:cubicBezTo>
                <a:lnTo>
                  <a:pt x="130785" y="3352353"/>
                </a:lnTo>
                <a:cubicBezTo>
                  <a:pt x="58554" y="3352353"/>
                  <a:pt x="0" y="3293799"/>
                  <a:pt x="0" y="3221568"/>
                </a:cubicBezTo>
                <a:lnTo>
                  <a:pt x="0" y="284247"/>
                </a:lnTo>
                <a:lnTo>
                  <a:pt x="5826" y="255390"/>
                </a:lnTo>
                <a:lnTo>
                  <a:pt x="7971" y="239145"/>
                </a:lnTo>
                <a:lnTo>
                  <a:pt x="10224" y="233605"/>
                </a:lnTo>
                <a:lnTo>
                  <a:pt x="10278" y="233339"/>
                </a:lnTo>
                <a:lnTo>
                  <a:pt x="10415" y="233136"/>
                </a:lnTo>
                <a:lnTo>
                  <a:pt x="30833" y="182925"/>
                </a:lnTo>
                <a:cubicBezTo>
                  <a:pt x="60614" y="129176"/>
                  <a:pt x="110363" y="83445"/>
                  <a:pt x="172982" y="51151"/>
                </a:cubicBezTo>
                <a:close/>
              </a:path>
            </a:pathLst>
          </a:cu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a:p>
        </p:txBody>
      </p:sp>
      <p:pic>
        <p:nvPicPr>
          <p:cNvPr id="16" name="Picture 15" descr="A red and black logo&#10;&#10;AI-generated content may be incorrect.">
            <a:extLst>
              <a:ext uri="{FF2B5EF4-FFF2-40B4-BE49-F238E27FC236}">
                <a16:creationId xmlns:a16="http://schemas.microsoft.com/office/drawing/2014/main" id="{10C3C268-35F4-4AAF-BB09-4CB413310CBB}"/>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09165" y="78607"/>
            <a:ext cx="1809563" cy="491672"/>
          </a:xfrm>
          <a:prstGeom prst="rect">
            <a:avLst/>
          </a:prstGeom>
        </p:spPr>
      </p:pic>
    </p:spTree>
    <p:extLst>
      <p:ext uri="{BB962C8B-B14F-4D97-AF65-F5344CB8AC3E}">
        <p14:creationId xmlns:p14="http://schemas.microsoft.com/office/powerpoint/2010/main" val="22055948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071954-C818-5E73-0EA0-41BD660D5FA6}"/>
              </a:ext>
            </a:extLst>
          </p:cNvPr>
          <p:cNvSpPr>
            <a:spLocks noGrp="1"/>
          </p:cNvSpPr>
          <p:nvPr>
            <p:ph type="title"/>
          </p:nvPr>
        </p:nvSpPr>
        <p:spPr/>
        <p:txBody>
          <a:bodyPr/>
          <a:lstStyle/>
          <a:p>
            <a:r>
              <a:rPr lang="en-GB"/>
              <a:t>Click to edit Master title style</a:t>
            </a:r>
            <a:endParaRPr lang="en-AT"/>
          </a:p>
        </p:txBody>
      </p:sp>
      <p:sp>
        <p:nvSpPr>
          <p:cNvPr id="3" name="Date Placeholder 2">
            <a:extLst>
              <a:ext uri="{FF2B5EF4-FFF2-40B4-BE49-F238E27FC236}">
                <a16:creationId xmlns:a16="http://schemas.microsoft.com/office/drawing/2014/main" id="{B6C0A4B0-CC47-BB0E-0DB5-D4C6DF845295}"/>
              </a:ext>
            </a:extLst>
          </p:cNvPr>
          <p:cNvSpPr>
            <a:spLocks noGrp="1"/>
          </p:cNvSpPr>
          <p:nvPr>
            <p:ph type="dt" sz="half" idx="10"/>
          </p:nvPr>
        </p:nvSpPr>
        <p:spPr/>
        <p:txBody>
          <a:bodyPr/>
          <a:lstStyle/>
          <a:p>
            <a:fld id="{A591BDEC-81C3-DB48-92B3-4E74693DD55D}" type="datetimeFigureOut">
              <a:rPr lang="en-AT" smtClean="0"/>
              <a:t>11.05.26</a:t>
            </a:fld>
            <a:endParaRPr lang="en-AT"/>
          </a:p>
        </p:txBody>
      </p:sp>
      <p:sp>
        <p:nvSpPr>
          <p:cNvPr id="4" name="Footer Placeholder 3">
            <a:extLst>
              <a:ext uri="{FF2B5EF4-FFF2-40B4-BE49-F238E27FC236}">
                <a16:creationId xmlns:a16="http://schemas.microsoft.com/office/drawing/2014/main" id="{6A50E736-777E-CA31-35D5-9AB5EE331E9B}"/>
              </a:ext>
            </a:extLst>
          </p:cNvPr>
          <p:cNvSpPr>
            <a:spLocks noGrp="1"/>
          </p:cNvSpPr>
          <p:nvPr>
            <p:ph type="ftr" sz="quarter" idx="11"/>
          </p:nvPr>
        </p:nvSpPr>
        <p:spPr/>
        <p:txBody>
          <a:bodyPr/>
          <a:lstStyle/>
          <a:p>
            <a:endParaRPr lang="en-AT"/>
          </a:p>
        </p:txBody>
      </p:sp>
      <p:sp>
        <p:nvSpPr>
          <p:cNvPr id="5" name="Slide Number Placeholder 4">
            <a:extLst>
              <a:ext uri="{FF2B5EF4-FFF2-40B4-BE49-F238E27FC236}">
                <a16:creationId xmlns:a16="http://schemas.microsoft.com/office/drawing/2014/main" id="{92ED5ECD-39A7-20DD-CC53-1B4817CB7856}"/>
              </a:ext>
            </a:extLst>
          </p:cNvPr>
          <p:cNvSpPr>
            <a:spLocks noGrp="1"/>
          </p:cNvSpPr>
          <p:nvPr>
            <p:ph type="sldNum" sz="quarter" idx="12"/>
          </p:nvPr>
        </p:nvSpPr>
        <p:spPr/>
        <p:txBody>
          <a:bodyPr/>
          <a:lstStyle/>
          <a:p>
            <a:fld id="{D8E3BB1E-CF9F-BA4C-AD08-6C35B534BA35}" type="slidenum">
              <a:rPr lang="en-AT" smtClean="0"/>
              <a:t>‹#›</a:t>
            </a:fld>
            <a:endParaRPr lang="en-AT"/>
          </a:p>
        </p:txBody>
      </p:sp>
      <p:sp>
        <p:nvSpPr>
          <p:cNvPr id="6" name="Freeform 5">
            <a:extLst>
              <a:ext uri="{FF2B5EF4-FFF2-40B4-BE49-F238E27FC236}">
                <a16:creationId xmlns:a16="http://schemas.microsoft.com/office/drawing/2014/main" id="{AB1BA926-4F3B-78FF-DE8E-EB15B6F10B14}"/>
              </a:ext>
            </a:extLst>
          </p:cNvPr>
          <p:cNvSpPr/>
          <p:nvPr userDrawn="1"/>
        </p:nvSpPr>
        <p:spPr>
          <a:xfrm rot="7336004">
            <a:off x="8106926" y="4772515"/>
            <a:ext cx="3241309"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grpSp>
        <p:nvGrpSpPr>
          <p:cNvPr id="7" name="Group 6">
            <a:extLst>
              <a:ext uri="{FF2B5EF4-FFF2-40B4-BE49-F238E27FC236}">
                <a16:creationId xmlns:a16="http://schemas.microsoft.com/office/drawing/2014/main" id="{EFE3586C-7B28-9A07-48C9-E4F14E597575}"/>
              </a:ext>
            </a:extLst>
          </p:cNvPr>
          <p:cNvGrpSpPr/>
          <p:nvPr userDrawn="1"/>
        </p:nvGrpSpPr>
        <p:grpSpPr>
          <a:xfrm rot="1909600">
            <a:off x="9635798" y="4704644"/>
            <a:ext cx="784694" cy="3352353"/>
            <a:chOff x="7715794" y="2375855"/>
            <a:chExt cx="609600" cy="3458888"/>
          </a:xfrm>
        </p:grpSpPr>
        <p:sp>
          <p:nvSpPr>
            <p:cNvPr id="8" name="Rounded Rectangle 7">
              <a:extLst>
                <a:ext uri="{FF2B5EF4-FFF2-40B4-BE49-F238E27FC236}">
                  <a16:creationId xmlns:a16="http://schemas.microsoft.com/office/drawing/2014/main" id="{6A39B3FF-D9EC-CCC3-9011-F97FEBC489EC}"/>
                </a:ext>
              </a:extLst>
            </p:cNvPr>
            <p:cNvSpPr/>
            <p:nvPr/>
          </p:nvSpPr>
          <p:spPr>
            <a:xfrm>
              <a:off x="7715794" y="2534194"/>
              <a:ext cx="609600" cy="3300549"/>
            </a:xfrm>
            <a:prstGeom prst="round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9" name="Oval 8">
              <a:extLst>
                <a:ext uri="{FF2B5EF4-FFF2-40B4-BE49-F238E27FC236}">
                  <a16:creationId xmlns:a16="http://schemas.microsoft.com/office/drawing/2014/main" id="{CDAF5549-E861-F069-4318-4570DC06DDA1}"/>
                </a:ext>
              </a:extLst>
            </p:cNvPr>
            <p:cNvSpPr/>
            <p:nvPr/>
          </p:nvSpPr>
          <p:spPr>
            <a:xfrm>
              <a:off x="7715794" y="2375855"/>
              <a:ext cx="609600" cy="618048"/>
            </a:xfrm>
            <a:prstGeom prst="ellipse">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grpSp>
      <p:sp>
        <p:nvSpPr>
          <p:cNvPr id="10" name="Freeform 9">
            <a:extLst>
              <a:ext uri="{FF2B5EF4-FFF2-40B4-BE49-F238E27FC236}">
                <a16:creationId xmlns:a16="http://schemas.microsoft.com/office/drawing/2014/main" id="{19430686-6174-286D-E72B-DD5857B97093}"/>
              </a:ext>
            </a:extLst>
          </p:cNvPr>
          <p:cNvSpPr/>
          <p:nvPr userDrawn="1"/>
        </p:nvSpPr>
        <p:spPr>
          <a:xfrm rot="18045866">
            <a:off x="9134134" y="5546013"/>
            <a:ext cx="3240000"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sp>
        <p:nvSpPr>
          <p:cNvPr id="11" name="Freeform 10">
            <a:extLst>
              <a:ext uri="{FF2B5EF4-FFF2-40B4-BE49-F238E27FC236}">
                <a16:creationId xmlns:a16="http://schemas.microsoft.com/office/drawing/2014/main" id="{54A39A69-0D36-A804-A37B-53D8EE142AC5}"/>
              </a:ext>
            </a:extLst>
          </p:cNvPr>
          <p:cNvSpPr/>
          <p:nvPr userDrawn="1"/>
        </p:nvSpPr>
        <p:spPr>
          <a:xfrm rot="5400000">
            <a:off x="1905960" y="-1382169"/>
            <a:ext cx="264089" cy="5708022"/>
          </a:xfrm>
          <a:custGeom>
            <a:avLst/>
            <a:gdLst>
              <a:gd name="csX0" fmla="*/ 172982 w 784694"/>
              <a:gd name="csY0" fmla="*/ 51151 h 3352353"/>
              <a:gd name="csX1" fmla="*/ 392347 w 784694"/>
              <a:gd name="csY1" fmla="*/ 0 h 3352353"/>
              <a:gd name="csX2" fmla="*/ 753861 w 784694"/>
              <a:gd name="csY2" fmla="*/ 182925 h 3352353"/>
              <a:gd name="csX3" fmla="*/ 774280 w 784694"/>
              <a:gd name="csY3" fmla="*/ 233137 h 3352353"/>
              <a:gd name="csX4" fmla="*/ 774416 w 784694"/>
              <a:gd name="csY4" fmla="*/ 233339 h 3352353"/>
              <a:gd name="csX5" fmla="*/ 774470 w 784694"/>
              <a:gd name="csY5" fmla="*/ 233604 h 3352353"/>
              <a:gd name="csX6" fmla="*/ 776723 w 784694"/>
              <a:gd name="csY6" fmla="*/ 239145 h 3352353"/>
              <a:gd name="csX7" fmla="*/ 778868 w 784694"/>
              <a:gd name="csY7" fmla="*/ 255392 h 3352353"/>
              <a:gd name="csX8" fmla="*/ 784694 w 784694"/>
              <a:gd name="csY8" fmla="*/ 284247 h 3352353"/>
              <a:gd name="csX9" fmla="*/ 784694 w 784694"/>
              <a:gd name="csY9" fmla="*/ 299506 h 3352353"/>
              <a:gd name="csX10" fmla="*/ 784694 w 784694"/>
              <a:gd name="csY10" fmla="*/ 299506 h 3352353"/>
              <a:gd name="csX11" fmla="*/ 784694 w 784694"/>
              <a:gd name="csY11" fmla="*/ 299507 h 3352353"/>
              <a:gd name="csX12" fmla="*/ 784694 w 784694"/>
              <a:gd name="csY12" fmla="*/ 3221568 h 3352353"/>
              <a:gd name="csX13" fmla="*/ 653909 w 784694"/>
              <a:gd name="csY13" fmla="*/ 3352353 h 3352353"/>
              <a:gd name="csX14" fmla="*/ 130785 w 784694"/>
              <a:gd name="csY14" fmla="*/ 3352353 h 3352353"/>
              <a:gd name="csX15" fmla="*/ 0 w 784694"/>
              <a:gd name="csY15" fmla="*/ 3221568 h 3352353"/>
              <a:gd name="csX16" fmla="*/ 0 w 784694"/>
              <a:gd name="csY16" fmla="*/ 284247 h 3352353"/>
              <a:gd name="csX17" fmla="*/ 5826 w 784694"/>
              <a:gd name="csY17" fmla="*/ 255390 h 3352353"/>
              <a:gd name="csX18" fmla="*/ 7971 w 784694"/>
              <a:gd name="csY18" fmla="*/ 239145 h 3352353"/>
              <a:gd name="csX19" fmla="*/ 10224 w 784694"/>
              <a:gd name="csY19" fmla="*/ 233605 h 3352353"/>
              <a:gd name="csX20" fmla="*/ 10278 w 784694"/>
              <a:gd name="csY20" fmla="*/ 233339 h 3352353"/>
              <a:gd name="csX21" fmla="*/ 10415 w 784694"/>
              <a:gd name="csY21" fmla="*/ 233136 h 3352353"/>
              <a:gd name="csX22" fmla="*/ 30833 w 784694"/>
              <a:gd name="csY22" fmla="*/ 182925 h 3352353"/>
              <a:gd name="csX23" fmla="*/ 172982 w 784694"/>
              <a:gd name="csY23" fmla="*/ 51151 h 33523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784694" h="3352353">
                <a:moveTo>
                  <a:pt x="172982" y="51151"/>
                </a:moveTo>
                <a:cubicBezTo>
                  <a:pt x="235601" y="18857"/>
                  <a:pt x="311089" y="0"/>
                  <a:pt x="392347" y="0"/>
                </a:cubicBezTo>
                <a:cubicBezTo>
                  <a:pt x="554862" y="0"/>
                  <a:pt x="694300" y="75428"/>
                  <a:pt x="753861" y="182925"/>
                </a:cubicBezTo>
                <a:lnTo>
                  <a:pt x="774280" y="233137"/>
                </a:lnTo>
                <a:lnTo>
                  <a:pt x="774416" y="233339"/>
                </a:lnTo>
                <a:lnTo>
                  <a:pt x="774470" y="233604"/>
                </a:lnTo>
                <a:lnTo>
                  <a:pt x="776723" y="239145"/>
                </a:lnTo>
                <a:lnTo>
                  <a:pt x="778868" y="255392"/>
                </a:lnTo>
                <a:lnTo>
                  <a:pt x="784694" y="284247"/>
                </a:lnTo>
                <a:lnTo>
                  <a:pt x="784694" y="299506"/>
                </a:lnTo>
                <a:lnTo>
                  <a:pt x="784694" y="299506"/>
                </a:lnTo>
                <a:lnTo>
                  <a:pt x="784694" y="299507"/>
                </a:lnTo>
                <a:lnTo>
                  <a:pt x="784694" y="3221568"/>
                </a:lnTo>
                <a:cubicBezTo>
                  <a:pt x="784694" y="3293799"/>
                  <a:pt x="726140" y="3352353"/>
                  <a:pt x="653909" y="3352353"/>
                </a:cubicBezTo>
                <a:lnTo>
                  <a:pt x="130785" y="3352353"/>
                </a:lnTo>
                <a:cubicBezTo>
                  <a:pt x="58554" y="3352353"/>
                  <a:pt x="0" y="3293799"/>
                  <a:pt x="0" y="3221568"/>
                </a:cubicBezTo>
                <a:lnTo>
                  <a:pt x="0" y="284247"/>
                </a:lnTo>
                <a:lnTo>
                  <a:pt x="5826" y="255390"/>
                </a:lnTo>
                <a:lnTo>
                  <a:pt x="7971" y="239145"/>
                </a:lnTo>
                <a:lnTo>
                  <a:pt x="10224" y="233605"/>
                </a:lnTo>
                <a:lnTo>
                  <a:pt x="10278" y="233339"/>
                </a:lnTo>
                <a:lnTo>
                  <a:pt x="10415" y="233136"/>
                </a:lnTo>
                <a:lnTo>
                  <a:pt x="30833" y="182925"/>
                </a:lnTo>
                <a:cubicBezTo>
                  <a:pt x="60614" y="129176"/>
                  <a:pt x="110363" y="83445"/>
                  <a:pt x="172982" y="51151"/>
                </a:cubicBezTo>
                <a:close/>
              </a:path>
            </a:pathLst>
          </a:cu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a:p>
        </p:txBody>
      </p:sp>
      <p:pic>
        <p:nvPicPr>
          <p:cNvPr id="12" name="Picture 11" descr="A red and black logo&#10;&#10;AI-generated content may be incorrect.">
            <a:extLst>
              <a:ext uri="{FF2B5EF4-FFF2-40B4-BE49-F238E27FC236}">
                <a16:creationId xmlns:a16="http://schemas.microsoft.com/office/drawing/2014/main" id="{C2A42AE0-D346-BB3D-901D-14F09F423C5C}"/>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09165" y="78607"/>
            <a:ext cx="1809563" cy="491672"/>
          </a:xfrm>
          <a:prstGeom prst="rect">
            <a:avLst/>
          </a:prstGeom>
        </p:spPr>
      </p:pic>
    </p:spTree>
    <p:extLst>
      <p:ext uri="{BB962C8B-B14F-4D97-AF65-F5344CB8AC3E}">
        <p14:creationId xmlns:p14="http://schemas.microsoft.com/office/powerpoint/2010/main" val="336814350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14B5CC0-5E35-C6F7-5691-EFBD2267A3A1}"/>
              </a:ext>
            </a:extLst>
          </p:cNvPr>
          <p:cNvSpPr>
            <a:spLocks noGrp="1"/>
          </p:cNvSpPr>
          <p:nvPr>
            <p:ph type="dt" sz="half" idx="10"/>
          </p:nvPr>
        </p:nvSpPr>
        <p:spPr/>
        <p:txBody>
          <a:bodyPr/>
          <a:lstStyle/>
          <a:p>
            <a:fld id="{A591BDEC-81C3-DB48-92B3-4E74693DD55D}" type="datetimeFigureOut">
              <a:rPr lang="en-AT" smtClean="0"/>
              <a:t>11.05.26</a:t>
            </a:fld>
            <a:endParaRPr lang="en-AT"/>
          </a:p>
        </p:txBody>
      </p:sp>
      <p:sp>
        <p:nvSpPr>
          <p:cNvPr id="3" name="Footer Placeholder 2">
            <a:extLst>
              <a:ext uri="{FF2B5EF4-FFF2-40B4-BE49-F238E27FC236}">
                <a16:creationId xmlns:a16="http://schemas.microsoft.com/office/drawing/2014/main" id="{1414387E-EF95-E26B-8131-54A0ADE396A3}"/>
              </a:ext>
            </a:extLst>
          </p:cNvPr>
          <p:cNvSpPr>
            <a:spLocks noGrp="1"/>
          </p:cNvSpPr>
          <p:nvPr>
            <p:ph type="ftr" sz="quarter" idx="11"/>
          </p:nvPr>
        </p:nvSpPr>
        <p:spPr/>
        <p:txBody>
          <a:bodyPr/>
          <a:lstStyle/>
          <a:p>
            <a:endParaRPr lang="en-AT"/>
          </a:p>
        </p:txBody>
      </p:sp>
      <p:sp>
        <p:nvSpPr>
          <p:cNvPr id="4" name="Slide Number Placeholder 3">
            <a:extLst>
              <a:ext uri="{FF2B5EF4-FFF2-40B4-BE49-F238E27FC236}">
                <a16:creationId xmlns:a16="http://schemas.microsoft.com/office/drawing/2014/main" id="{41CC9B22-8FB2-1C2A-EA71-1C1752FEA1D2}"/>
              </a:ext>
            </a:extLst>
          </p:cNvPr>
          <p:cNvSpPr>
            <a:spLocks noGrp="1"/>
          </p:cNvSpPr>
          <p:nvPr>
            <p:ph type="sldNum" sz="quarter" idx="12"/>
          </p:nvPr>
        </p:nvSpPr>
        <p:spPr/>
        <p:txBody>
          <a:bodyPr/>
          <a:lstStyle/>
          <a:p>
            <a:fld id="{D8E3BB1E-CF9F-BA4C-AD08-6C35B534BA35}" type="slidenum">
              <a:rPr lang="en-AT" smtClean="0"/>
              <a:t>‹#›</a:t>
            </a:fld>
            <a:endParaRPr lang="en-AT"/>
          </a:p>
        </p:txBody>
      </p:sp>
      <p:sp>
        <p:nvSpPr>
          <p:cNvPr id="5" name="Freeform 4">
            <a:extLst>
              <a:ext uri="{FF2B5EF4-FFF2-40B4-BE49-F238E27FC236}">
                <a16:creationId xmlns:a16="http://schemas.microsoft.com/office/drawing/2014/main" id="{5CF2B57E-D22E-0ACD-B3A3-73397166D4B8}"/>
              </a:ext>
            </a:extLst>
          </p:cNvPr>
          <p:cNvSpPr/>
          <p:nvPr userDrawn="1"/>
        </p:nvSpPr>
        <p:spPr>
          <a:xfrm rot="7336004">
            <a:off x="8106926" y="4772515"/>
            <a:ext cx="3241309"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grpSp>
        <p:nvGrpSpPr>
          <p:cNvPr id="6" name="Group 5">
            <a:extLst>
              <a:ext uri="{FF2B5EF4-FFF2-40B4-BE49-F238E27FC236}">
                <a16:creationId xmlns:a16="http://schemas.microsoft.com/office/drawing/2014/main" id="{4D03FCB0-ED19-9547-031E-FE66528B2583}"/>
              </a:ext>
            </a:extLst>
          </p:cNvPr>
          <p:cNvGrpSpPr/>
          <p:nvPr userDrawn="1"/>
        </p:nvGrpSpPr>
        <p:grpSpPr>
          <a:xfrm rot="1909600">
            <a:off x="9635798" y="4704644"/>
            <a:ext cx="784694" cy="3352353"/>
            <a:chOff x="7715794" y="2375855"/>
            <a:chExt cx="609600" cy="3458888"/>
          </a:xfrm>
        </p:grpSpPr>
        <p:sp>
          <p:nvSpPr>
            <p:cNvPr id="7" name="Rounded Rectangle 6">
              <a:extLst>
                <a:ext uri="{FF2B5EF4-FFF2-40B4-BE49-F238E27FC236}">
                  <a16:creationId xmlns:a16="http://schemas.microsoft.com/office/drawing/2014/main" id="{1E574726-1DAB-2B05-3D8A-53A5B5880018}"/>
                </a:ext>
              </a:extLst>
            </p:cNvPr>
            <p:cNvSpPr/>
            <p:nvPr/>
          </p:nvSpPr>
          <p:spPr>
            <a:xfrm>
              <a:off x="7715794" y="2534194"/>
              <a:ext cx="609600" cy="3300549"/>
            </a:xfrm>
            <a:prstGeom prst="round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8" name="Oval 7">
              <a:extLst>
                <a:ext uri="{FF2B5EF4-FFF2-40B4-BE49-F238E27FC236}">
                  <a16:creationId xmlns:a16="http://schemas.microsoft.com/office/drawing/2014/main" id="{F1AB4D40-84D7-388A-11FE-763A70127DEC}"/>
                </a:ext>
              </a:extLst>
            </p:cNvPr>
            <p:cNvSpPr/>
            <p:nvPr/>
          </p:nvSpPr>
          <p:spPr>
            <a:xfrm>
              <a:off x="7715794" y="2375855"/>
              <a:ext cx="609600" cy="618048"/>
            </a:xfrm>
            <a:prstGeom prst="ellipse">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grpSp>
      <p:sp>
        <p:nvSpPr>
          <p:cNvPr id="9" name="Freeform 8">
            <a:extLst>
              <a:ext uri="{FF2B5EF4-FFF2-40B4-BE49-F238E27FC236}">
                <a16:creationId xmlns:a16="http://schemas.microsoft.com/office/drawing/2014/main" id="{89DADE3B-3245-F679-B2C7-24F58E356634}"/>
              </a:ext>
            </a:extLst>
          </p:cNvPr>
          <p:cNvSpPr/>
          <p:nvPr userDrawn="1"/>
        </p:nvSpPr>
        <p:spPr>
          <a:xfrm rot="18045866">
            <a:off x="9134134" y="5546013"/>
            <a:ext cx="3240000"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sp>
        <p:nvSpPr>
          <p:cNvPr id="10" name="Freeform 9">
            <a:extLst>
              <a:ext uri="{FF2B5EF4-FFF2-40B4-BE49-F238E27FC236}">
                <a16:creationId xmlns:a16="http://schemas.microsoft.com/office/drawing/2014/main" id="{29026AC4-B436-F850-5A7F-52F1154DDE39}"/>
              </a:ext>
            </a:extLst>
          </p:cNvPr>
          <p:cNvSpPr/>
          <p:nvPr userDrawn="1"/>
        </p:nvSpPr>
        <p:spPr>
          <a:xfrm rot="5400000">
            <a:off x="1905960" y="-1382169"/>
            <a:ext cx="264089" cy="5708022"/>
          </a:xfrm>
          <a:custGeom>
            <a:avLst/>
            <a:gdLst>
              <a:gd name="csX0" fmla="*/ 172982 w 784694"/>
              <a:gd name="csY0" fmla="*/ 51151 h 3352353"/>
              <a:gd name="csX1" fmla="*/ 392347 w 784694"/>
              <a:gd name="csY1" fmla="*/ 0 h 3352353"/>
              <a:gd name="csX2" fmla="*/ 753861 w 784694"/>
              <a:gd name="csY2" fmla="*/ 182925 h 3352353"/>
              <a:gd name="csX3" fmla="*/ 774280 w 784694"/>
              <a:gd name="csY3" fmla="*/ 233137 h 3352353"/>
              <a:gd name="csX4" fmla="*/ 774416 w 784694"/>
              <a:gd name="csY4" fmla="*/ 233339 h 3352353"/>
              <a:gd name="csX5" fmla="*/ 774470 w 784694"/>
              <a:gd name="csY5" fmla="*/ 233604 h 3352353"/>
              <a:gd name="csX6" fmla="*/ 776723 w 784694"/>
              <a:gd name="csY6" fmla="*/ 239145 h 3352353"/>
              <a:gd name="csX7" fmla="*/ 778868 w 784694"/>
              <a:gd name="csY7" fmla="*/ 255392 h 3352353"/>
              <a:gd name="csX8" fmla="*/ 784694 w 784694"/>
              <a:gd name="csY8" fmla="*/ 284247 h 3352353"/>
              <a:gd name="csX9" fmla="*/ 784694 w 784694"/>
              <a:gd name="csY9" fmla="*/ 299506 h 3352353"/>
              <a:gd name="csX10" fmla="*/ 784694 w 784694"/>
              <a:gd name="csY10" fmla="*/ 299506 h 3352353"/>
              <a:gd name="csX11" fmla="*/ 784694 w 784694"/>
              <a:gd name="csY11" fmla="*/ 299507 h 3352353"/>
              <a:gd name="csX12" fmla="*/ 784694 w 784694"/>
              <a:gd name="csY12" fmla="*/ 3221568 h 3352353"/>
              <a:gd name="csX13" fmla="*/ 653909 w 784694"/>
              <a:gd name="csY13" fmla="*/ 3352353 h 3352353"/>
              <a:gd name="csX14" fmla="*/ 130785 w 784694"/>
              <a:gd name="csY14" fmla="*/ 3352353 h 3352353"/>
              <a:gd name="csX15" fmla="*/ 0 w 784694"/>
              <a:gd name="csY15" fmla="*/ 3221568 h 3352353"/>
              <a:gd name="csX16" fmla="*/ 0 w 784694"/>
              <a:gd name="csY16" fmla="*/ 284247 h 3352353"/>
              <a:gd name="csX17" fmla="*/ 5826 w 784694"/>
              <a:gd name="csY17" fmla="*/ 255390 h 3352353"/>
              <a:gd name="csX18" fmla="*/ 7971 w 784694"/>
              <a:gd name="csY18" fmla="*/ 239145 h 3352353"/>
              <a:gd name="csX19" fmla="*/ 10224 w 784694"/>
              <a:gd name="csY19" fmla="*/ 233605 h 3352353"/>
              <a:gd name="csX20" fmla="*/ 10278 w 784694"/>
              <a:gd name="csY20" fmla="*/ 233339 h 3352353"/>
              <a:gd name="csX21" fmla="*/ 10415 w 784694"/>
              <a:gd name="csY21" fmla="*/ 233136 h 3352353"/>
              <a:gd name="csX22" fmla="*/ 30833 w 784694"/>
              <a:gd name="csY22" fmla="*/ 182925 h 3352353"/>
              <a:gd name="csX23" fmla="*/ 172982 w 784694"/>
              <a:gd name="csY23" fmla="*/ 51151 h 33523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784694" h="3352353">
                <a:moveTo>
                  <a:pt x="172982" y="51151"/>
                </a:moveTo>
                <a:cubicBezTo>
                  <a:pt x="235601" y="18857"/>
                  <a:pt x="311089" y="0"/>
                  <a:pt x="392347" y="0"/>
                </a:cubicBezTo>
                <a:cubicBezTo>
                  <a:pt x="554862" y="0"/>
                  <a:pt x="694300" y="75428"/>
                  <a:pt x="753861" y="182925"/>
                </a:cubicBezTo>
                <a:lnTo>
                  <a:pt x="774280" y="233137"/>
                </a:lnTo>
                <a:lnTo>
                  <a:pt x="774416" y="233339"/>
                </a:lnTo>
                <a:lnTo>
                  <a:pt x="774470" y="233604"/>
                </a:lnTo>
                <a:lnTo>
                  <a:pt x="776723" y="239145"/>
                </a:lnTo>
                <a:lnTo>
                  <a:pt x="778868" y="255392"/>
                </a:lnTo>
                <a:lnTo>
                  <a:pt x="784694" y="284247"/>
                </a:lnTo>
                <a:lnTo>
                  <a:pt x="784694" y="299506"/>
                </a:lnTo>
                <a:lnTo>
                  <a:pt x="784694" y="299506"/>
                </a:lnTo>
                <a:lnTo>
                  <a:pt x="784694" y="299507"/>
                </a:lnTo>
                <a:lnTo>
                  <a:pt x="784694" y="3221568"/>
                </a:lnTo>
                <a:cubicBezTo>
                  <a:pt x="784694" y="3293799"/>
                  <a:pt x="726140" y="3352353"/>
                  <a:pt x="653909" y="3352353"/>
                </a:cubicBezTo>
                <a:lnTo>
                  <a:pt x="130785" y="3352353"/>
                </a:lnTo>
                <a:cubicBezTo>
                  <a:pt x="58554" y="3352353"/>
                  <a:pt x="0" y="3293799"/>
                  <a:pt x="0" y="3221568"/>
                </a:cubicBezTo>
                <a:lnTo>
                  <a:pt x="0" y="284247"/>
                </a:lnTo>
                <a:lnTo>
                  <a:pt x="5826" y="255390"/>
                </a:lnTo>
                <a:lnTo>
                  <a:pt x="7971" y="239145"/>
                </a:lnTo>
                <a:lnTo>
                  <a:pt x="10224" y="233605"/>
                </a:lnTo>
                <a:lnTo>
                  <a:pt x="10278" y="233339"/>
                </a:lnTo>
                <a:lnTo>
                  <a:pt x="10415" y="233136"/>
                </a:lnTo>
                <a:lnTo>
                  <a:pt x="30833" y="182925"/>
                </a:lnTo>
                <a:cubicBezTo>
                  <a:pt x="60614" y="129176"/>
                  <a:pt x="110363" y="83445"/>
                  <a:pt x="172982" y="51151"/>
                </a:cubicBezTo>
                <a:close/>
              </a:path>
            </a:pathLst>
          </a:cu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a:p>
        </p:txBody>
      </p:sp>
      <p:pic>
        <p:nvPicPr>
          <p:cNvPr id="11" name="Picture 10" descr="A red and black logo&#10;&#10;AI-generated content may be incorrect.">
            <a:extLst>
              <a:ext uri="{FF2B5EF4-FFF2-40B4-BE49-F238E27FC236}">
                <a16:creationId xmlns:a16="http://schemas.microsoft.com/office/drawing/2014/main" id="{ADE78222-8938-D096-879E-1D15017B1094}"/>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09165" y="78607"/>
            <a:ext cx="1809563" cy="491672"/>
          </a:xfrm>
          <a:prstGeom prst="rect">
            <a:avLst/>
          </a:prstGeom>
        </p:spPr>
      </p:pic>
    </p:spTree>
    <p:extLst>
      <p:ext uri="{BB962C8B-B14F-4D97-AF65-F5344CB8AC3E}">
        <p14:creationId xmlns:p14="http://schemas.microsoft.com/office/powerpoint/2010/main" val="267548056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ACA7C6-B660-BF73-D23F-9CAF9748F8D7}"/>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AT"/>
          </a:p>
        </p:txBody>
      </p:sp>
      <p:sp>
        <p:nvSpPr>
          <p:cNvPr id="3" name="Content Placeholder 2">
            <a:extLst>
              <a:ext uri="{FF2B5EF4-FFF2-40B4-BE49-F238E27FC236}">
                <a16:creationId xmlns:a16="http://schemas.microsoft.com/office/drawing/2014/main" id="{6F595DF6-4011-1849-6403-419BB8D58AD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T"/>
          </a:p>
        </p:txBody>
      </p:sp>
      <p:sp>
        <p:nvSpPr>
          <p:cNvPr id="4" name="Text Placeholder 3">
            <a:extLst>
              <a:ext uri="{FF2B5EF4-FFF2-40B4-BE49-F238E27FC236}">
                <a16:creationId xmlns:a16="http://schemas.microsoft.com/office/drawing/2014/main" id="{7719016F-A889-BF5F-9FC2-20C46B29D6B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F8F6B400-9CFB-565D-0C00-005EF485790E}"/>
              </a:ext>
            </a:extLst>
          </p:cNvPr>
          <p:cNvSpPr>
            <a:spLocks noGrp="1"/>
          </p:cNvSpPr>
          <p:nvPr>
            <p:ph type="dt" sz="half" idx="10"/>
          </p:nvPr>
        </p:nvSpPr>
        <p:spPr/>
        <p:txBody>
          <a:bodyPr/>
          <a:lstStyle/>
          <a:p>
            <a:fld id="{A591BDEC-81C3-DB48-92B3-4E74693DD55D}" type="datetimeFigureOut">
              <a:rPr lang="en-AT" smtClean="0"/>
              <a:t>11.05.26</a:t>
            </a:fld>
            <a:endParaRPr lang="en-AT"/>
          </a:p>
        </p:txBody>
      </p:sp>
      <p:sp>
        <p:nvSpPr>
          <p:cNvPr id="6" name="Footer Placeholder 5">
            <a:extLst>
              <a:ext uri="{FF2B5EF4-FFF2-40B4-BE49-F238E27FC236}">
                <a16:creationId xmlns:a16="http://schemas.microsoft.com/office/drawing/2014/main" id="{3B22D0FF-B49C-54BF-0F2D-263DD11F0CB9}"/>
              </a:ext>
            </a:extLst>
          </p:cNvPr>
          <p:cNvSpPr>
            <a:spLocks noGrp="1"/>
          </p:cNvSpPr>
          <p:nvPr>
            <p:ph type="ftr" sz="quarter" idx="11"/>
          </p:nvPr>
        </p:nvSpPr>
        <p:spPr/>
        <p:txBody>
          <a:bodyPr/>
          <a:lstStyle/>
          <a:p>
            <a:endParaRPr lang="en-AT"/>
          </a:p>
        </p:txBody>
      </p:sp>
      <p:sp>
        <p:nvSpPr>
          <p:cNvPr id="7" name="Slide Number Placeholder 6">
            <a:extLst>
              <a:ext uri="{FF2B5EF4-FFF2-40B4-BE49-F238E27FC236}">
                <a16:creationId xmlns:a16="http://schemas.microsoft.com/office/drawing/2014/main" id="{F0F1B477-69D5-4A4D-843C-DFBCC49B0C81}"/>
              </a:ext>
            </a:extLst>
          </p:cNvPr>
          <p:cNvSpPr>
            <a:spLocks noGrp="1"/>
          </p:cNvSpPr>
          <p:nvPr>
            <p:ph type="sldNum" sz="quarter" idx="12"/>
          </p:nvPr>
        </p:nvSpPr>
        <p:spPr/>
        <p:txBody>
          <a:bodyPr/>
          <a:lstStyle/>
          <a:p>
            <a:fld id="{D8E3BB1E-CF9F-BA4C-AD08-6C35B534BA35}" type="slidenum">
              <a:rPr lang="en-AT" smtClean="0"/>
              <a:t>‹#›</a:t>
            </a:fld>
            <a:endParaRPr lang="en-AT"/>
          </a:p>
        </p:txBody>
      </p:sp>
      <p:sp>
        <p:nvSpPr>
          <p:cNvPr id="8" name="Freeform 7">
            <a:extLst>
              <a:ext uri="{FF2B5EF4-FFF2-40B4-BE49-F238E27FC236}">
                <a16:creationId xmlns:a16="http://schemas.microsoft.com/office/drawing/2014/main" id="{1BA9A2EF-C57A-0312-8882-87DDB2972726}"/>
              </a:ext>
            </a:extLst>
          </p:cNvPr>
          <p:cNvSpPr/>
          <p:nvPr userDrawn="1"/>
        </p:nvSpPr>
        <p:spPr>
          <a:xfrm rot="7336004">
            <a:off x="8106926" y="4772515"/>
            <a:ext cx="3241309"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grpSp>
        <p:nvGrpSpPr>
          <p:cNvPr id="9" name="Group 8">
            <a:extLst>
              <a:ext uri="{FF2B5EF4-FFF2-40B4-BE49-F238E27FC236}">
                <a16:creationId xmlns:a16="http://schemas.microsoft.com/office/drawing/2014/main" id="{8958E893-0816-E218-5CBE-32E4D759A20A}"/>
              </a:ext>
            </a:extLst>
          </p:cNvPr>
          <p:cNvGrpSpPr/>
          <p:nvPr userDrawn="1"/>
        </p:nvGrpSpPr>
        <p:grpSpPr>
          <a:xfrm rot="1909600">
            <a:off x="9635798" y="4704644"/>
            <a:ext cx="784694" cy="3352353"/>
            <a:chOff x="7715794" y="2375855"/>
            <a:chExt cx="609600" cy="3458888"/>
          </a:xfrm>
        </p:grpSpPr>
        <p:sp>
          <p:nvSpPr>
            <p:cNvPr id="10" name="Rounded Rectangle 9">
              <a:extLst>
                <a:ext uri="{FF2B5EF4-FFF2-40B4-BE49-F238E27FC236}">
                  <a16:creationId xmlns:a16="http://schemas.microsoft.com/office/drawing/2014/main" id="{31EF31ED-9FB5-619B-DE3B-63E69AF5D644}"/>
                </a:ext>
              </a:extLst>
            </p:cNvPr>
            <p:cNvSpPr/>
            <p:nvPr/>
          </p:nvSpPr>
          <p:spPr>
            <a:xfrm>
              <a:off x="7715794" y="2534194"/>
              <a:ext cx="609600" cy="3300549"/>
            </a:xfrm>
            <a:prstGeom prst="round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11" name="Oval 10">
              <a:extLst>
                <a:ext uri="{FF2B5EF4-FFF2-40B4-BE49-F238E27FC236}">
                  <a16:creationId xmlns:a16="http://schemas.microsoft.com/office/drawing/2014/main" id="{6FDFA9A2-CE58-C962-2835-BBAD2E7B7090}"/>
                </a:ext>
              </a:extLst>
            </p:cNvPr>
            <p:cNvSpPr/>
            <p:nvPr/>
          </p:nvSpPr>
          <p:spPr>
            <a:xfrm>
              <a:off x="7715794" y="2375855"/>
              <a:ext cx="609600" cy="618048"/>
            </a:xfrm>
            <a:prstGeom prst="ellipse">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grpSp>
      <p:sp>
        <p:nvSpPr>
          <p:cNvPr id="12" name="Freeform 11">
            <a:extLst>
              <a:ext uri="{FF2B5EF4-FFF2-40B4-BE49-F238E27FC236}">
                <a16:creationId xmlns:a16="http://schemas.microsoft.com/office/drawing/2014/main" id="{A8DB3AF0-0A3F-C26E-0443-712323742BB7}"/>
              </a:ext>
            </a:extLst>
          </p:cNvPr>
          <p:cNvSpPr/>
          <p:nvPr userDrawn="1"/>
        </p:nvSpPr>
        <p:spPr>
          <a:xfrm rot="18045866">
            <a:off x="9134134" y="5546013"/>
            <a:ext cx="3240000"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pic>
        <p:nvPicPr>
          <p:cNvPr id="13" name="Picture 12" descr="A red and black logo&#10;&#10;AI-generated content may be incorrect.">
            <a:extLst>
              <a:ext uri="{FF2B5EF4-FFF2-40B4-BE49-F238E27FC236}">
                <a16:creationId xmlns:a16="http://schemas.microsoft.com/office/drawing/2014/main" id="{712195D6-C928-85B1-549B-459EE992D6C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09165" y="78607"/>
            <a:ext cx="1809563" cy="491672"/>
          </a:xfrm>
          <a:prstGeom prst="rect">
            <a:avLst/>
          </a:prstGeom>
        </p:spPr>
      </p:pic>
    </p:spTree>
    <p:extLst>
      <p:ext uri="{BB962C8B-B14F-4D97-AF65-F5344CB8AC3E}">
        <p14:creationId xmlns:p14="http://schemas.microsoft.com/office/powerpoint/2010/main" val="42773232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893894-13E3-B2D7-F43E-266AE9C3CA31}"/>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AT"/>
          </a:p>
        </p:txBody>
      </p:sp>
      <p:sp>
        <p:nvSpPr>
          <p:cNvPr id="3" name="Picture Placeholder 2">
            <a:extLst>
              <a:ext uri="{FF2B5EF4-FFF2-40B4-BE49-F238E27FC236}">
                <a16:creationId xmlns:a16="http://schemas.microsoft.com/office/drawing/2014/main" id="{DF1C7BA6-AD68-2313-D244-C0B940922A2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T"/>
          </a:p>
        </p:txBody>
      </p:sp>
      <p:sp>
        <p:nvSpPr>
          <p:cNvPr id="4" name="Text Placeholder 3">
            <a:extLst>
              <a:ext uri="{FF2B5EF4-FFF2-40B4-BE49-F238E27FC236}">
                <a16:creationId xmlns:a16="http://schemas.microsoft.com/office/drawing/2014/main" id="{D51DCA20-6F3F-4606-8F9B-5E44E3CC86F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B3AC4B8F-5BEC-77B4-2627-4C24F152EE77}"/>
              </a:ext>
            </a:extLst>
          </p:cNvPr>
          <p:cNvSpPr>
            <a:spLocks noGrp="1"/>
          </p:cNvSpPr>
          <p:nvPr>
            <p:ph type="dt" sz="half" idx="10"/>
          </p:nvPr>
        </p:nvSpPr>
        <p:spPr/>
        <p:txBody>
          <a:bodyPr/>
          <a:lstStyle/>
          <a:p>
            <a:fld id="{A591BDEC-81C3-DB48-92B3-4E74693DD55D}" type="datetimeFigureOut">
              <a:rPr lang="en-AT" smtClean="0"/>
              <a:t>11.05.26</a:t>
            </a:fld>
            <a:endParaRPr lang="en-AT"/>
          </a:p>
        </p:txBody>
      </p:sp>
      <p:sp>
        <p:nvSpPr>
          <p:cNvPr id="6" name="Footer Placeholder 5">
            <a:extLst>
              <a:ext uri="{FF2B5EF4-FFF2-40B4-BE49-F238E27FC236}">
                <a16:creationId xmlns:a16="http://schemas.microsoft.com/office/drawing/2014/main" id="{DA5EBE8A-001F-40C3-583F-DCE2AF18C73F}"/>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97ECDA5B-2038-D840-D507-C1351C2F8521}"/>
              </a:ext>
            </a:extLst>
          </p:cNvPr>
          <p:cNvSpPr>
            <a:spLocks noGrp="1"/>
          </p:cNvSpPr>
          <p:nvPr>
            <p:ph type="sldNum" sz="quarter" idx="12"/>
          </p:nvPr>
        </p:nvSpPr>
        <p:spPr/>
        <p:txBody>
          <a:bodyPr/>
          <a:lstStyle/>
          <a:p>
            <a:fld id="{D8E3BB1E-CF9F-BA4C-AD08-6C35B534BA35}" type="slidenum">
              <a:rPr lang="en-AT" smtClean="0"/>
              <a:t>‹#›</a:t>
            </a:fld>
            <a:endParaRPr lang="en-AT"/>
          </a:p>
        </p:txBody>
      </p:sp>
      <p:sp>
        <p:nvSpPr>
          <p:cNvPr id="8" name="Freeform 7">
            <a:extLst>
              <a:ext uri="{FF2B5EF4-FFF2-40B4-BE49-F238E27FC236}">
                <a16:creationId xmlns:a16="http://schemas.microsoft.com/office/drawing/2014/main" id="{58D1A2D7-DE5D-1991-2E22-B40817FA9DE4}"/>
              </a:ext>
            </a:extLst>
          </p:cNvPr>
          <p:cNvSpPr/>
          <p:nvPr userDrawn="1"/>
        </p:nvSpPr>
        <p:spPr>
          <a:xfrm rot="7336004">
            <a:off x="8106926" y="4772515"/>
            <a:ext cx="3241309"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grpSp>
        <p:nvGrpSpPr>
          <p:cNvPr id="9" name="Group 8">
            <a:extLst>
              <a:ext uri="{FF2B5EF4-FFF2-40B4-BE49-F238E27FC236}">
                <a16:creationId xmlns:a16="http://schemas.microsoft.com/office/drawing/2014/main" id="{0E0DC28C-F39A-9836-72AF-62A81326F688}"/>
              </a:ext>
            </a:extLst>
          </p:cNvPr>
          <p:cNvGrpSpPr/>
          <p:nvPr userDrawn="1"/>
        </p:nvGrpSpPr>
        <p:grpSpPr>
          <a:xfrm rot="1909600">
            <a:off x="9635798" y="4704644"/>
            <a:ext cx="784694" cy="3352353"/>
            <a:chOff x="7715794" y="2375855"/>
            <a:chExt cx="609600" cy="3458888"/>
          </a:xfrm>
        </p:grpSpPr>
        <p:sp>
          <p:nvSpPr>
            <p:cNvPr id="10" name="Rounded Rectangle 9">
              <a:extLst>
                <a:ext uri="{FF2B5EF4-FFF2-40B4-BE49-F238E27FC236}">
                  <a16:creationId xmlns:a16="http://schemas.microsoft.com/office/drawing/2014/main" id="{30BC5D48-3149-6E1C-2A8F-8AB5BA6DFCFB}"/>
                </a:ext>
              </a:extLst>
            </p:cNvPr>
            <p:cNvSpPr/>
            <p:nvPr/>
          </p:nvSpPr>
          <p:spPr>
            <a:xfrm>
              <a:off x="7715794" y="2534194"/>
              <a:ext cx="609600" cy="3300549"/>
            </a:xfrm>
            <a:prstGeom prst="round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11" name="Oval 10">
              <a:extLst>
                <a:ext uri="{FF2B5EF4-FFF2-40B4-BE49-F238E27FC236}">
                  <a16:creationId xmlns:a16="http://schemas.microsoft.com/office/drawing/2014/main" id="{3A6F1A97-5F7C-EBEE-552B-CBF78887814A}"/>
                </a:ext>
              </a:extLst>
            </p:cNvPr>
            <p:cNvSpPr/>
            <p:nvPr/>
          </p:nvSpPr>
          <p:spPr>
            <a:xfrm>
              <a:off x="7715794" y="2375855"/>
              <a:ext cx="609600" cy="618048"/>
            </a:xfrm>
            <a:prstGeom prst="ellipse">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grpSp>
      <p:sp>
        <p:nvSpPr>
          <p:cNvPr id="12" name="Freeform 11">
            <a:extLst>
              <a:ext uri="{FF2B5EF4-FFF2-40B4-BE49-F238E27FC236}">
                <a16:creationId xmlns:a16="http://schemas.microsoft.com/office/drawing/2014/main" id="{1EF8F9FE-EAA6-E88D-B026-9F4803710B8F}"/>
              </a:ext>
            </a:extLst>
          </p:cNvPr>
          <p:cNvSpPr/>
          <p:nvPr userDrawn="1"/>
        </p:nvSpPr>
        <p:spPr>
          <a:xfrm rot="18045866">
            <a:off x="9134134" y="5546013"/>
            <a:ext cx="3240000"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spTree>
    <p:extLst>
      <p:ext uri="{BB962C8B-B14F-4D97-AF65-F5344CB8AC3E}">
        <p14:creationId xmlns:p14="http://schemas.microsoft.com/office/powerpoint/2010/main" val="34900790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12FED4-9723-37F6-8B2C-9FCC610E5750}"/>
              </a:ext>
            </a:extLst>
          </p:cNvPr>
          <p:cNvSpPr>
            <a:spLocks noGrp="1"/>
          </p:cNvSpPr>
          <p:nvPr>
            <p:ph type="title"/>
          </p:nvPr>
        </p:nvSpPr>
        <p:spPr/>
        <p:txBody>
          <a:bodyPr/>
          <a:lstStyle/>
          <a:p>
            <a:r>
              <a:rPr lang="en-GB"/>
              <a:t>Click to edit Master title style</a:t>
            </a:r>
            <a:endParaRPr lang="en-AT"/>
          </a:p>
        </p:txBody>
      </p:sp>
      <p:sp>
        <p:nvSpPr>
          <p:cNvPr id="3" name="Vertical Text Placeholder 2">
            <a:extLst>
              <a:ext uri="{FF2B5EF4-FFF2-40B4-BE49-F238E27FC236}">
                <a16:creationId xmlns:a16="http://schemas.microsoft.com/office/drawing/2014/main" id="{0A8744C6-F7F6-2759-7B1B-57D43584312A}"/>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T"/>
          </a:p>
        </p:txBody>
      </p:sp>
      <p:sp>
        <p:nvSpPr>
          <p:cNvPr id="4" name="Date Placeholder 3">
            <a:extLst>
              <a:ext uri="{FF2B5EF4-FFF2-40B4-BE49-F238E27FC236}">
                <a16:creationId xmlns:a16="http://schemas.microsoft.com/office/drawing/2014/main" id="{A2E260AA-A83B-DF68-C0D7-3D34667E3ECD}"/>
              </a:ext>
            </a:extLst>
          </p:cNvPr>
          <p:cNvSpPr>
            <a:spLocks noGrp="1"/>
          </p:cNvSpPr>
          <p:nvPr>
            <p:ph type="dt" sz="half" idx="10"/>
          </p:nvPr>
        </p:nvSpPr>
        <p:spPr/>
        <p:txBody>
          <a:bodyPr/>
          <a:lstStyle/>
          <a:p>
            <a:fld id="{A591BDEC-81C3-DB48-92B3-4E74693DD55D}" type="datetimeFigureOut">
              <a:rPr lang="en-AT" smtClean="0"/>
              <a:t>11.05.26</a:t>
            </a:fld>
            <a:endParaRPr lang="en-AT"/>
          </a:p>
        </p:txBody>
      </p:sp>
      <p:sp>
        <p:nvSpPr>
          <p:cNvPr id="5" name="Footer Placeholder 4">
            <a:extLst>
              <a:ext uri="{FF2B5EF4-FFF2-40B4-BE49-F238E27FC236}">
                <a16:creationId xmlns:a16="http://schemas.microsoft.com/office/drawing/2014/main" id="{308065FA-0341-5CC1-D502-979963AEBDCA}"/>
              </a:ext>
            </a:extLst>
          </p:cNvPr>
          <p:cNvSpPr>
            <a:spLocks noGrp="1"/>
          </p:cNvSpPr>
          <p:nvPr>
            <p:ph type="ftr" sz="quarter" idx="11"/>
          </p:nvPr>
        </p:nvSpPr>
        <p:spPr/>
        <p:txBody>
          <a:bodyPr/>
          <a:lstStyle/>
          <a:p>
            <a:endParaRPr lang="en-AT"/>
          </a:p>
        </p:txBody>
      </p:sp>
      <p:sp>
        <p:nvSpPr>
          <p:cNvPr id="6" name="Slide Number Placeholder 5">
            <a:extLst>
              <a:ext uri="{FF2B5EF4-FFF2-40B4-BE49-F238E27FC236}">
                <a16:creationId xmlns:a16="http://schemas.microsoft.com/office/drawing/2014/main" id="{FCEDFFEF-77CF-7A37-6939-3286CD15FD26}"/>
              </a:ext>
            </a:extLst>
          </p:cNvPr>
          <p:cNvSpPr>
            <a:spLocks noGrp="1"/>
          </p:cNvSpPr>
          <p:nvPr>
            <p:ph type="sldNum" sz="quarter" idx="12"/>
          </p:nvPr>
        </p:nvSpPr>
        <p:spPr/>
        <p:txBody>
          <a:bodyPr/>
          <a:lstStyle/>
          <a:p>
            <a:fld id="{D8E3BB1E-CF9F-BA4C-AD08-6C35B534BA35}" type="slidenum">
              <a:rPr lang="en-AT" smtClean="0"/>
              <a:t>‹#›</a:t>
            </a:fld>
            <a:endParaRPr lang="en-AT"/>
          </a:p>
        </p:txBody>
      </p:sp>
    </p:spTree>
    <p:extLst>
      <p:ext uri="{BB962C8B-B14F-4D97-AF65-F5344CB8AC3E}">
        <p14:creationId xmlns:p14="http://schemas.microsoft.com/office/powerpoint/2010/main" val="368837120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5866A5D-418D-CEAE-5DDF-5A51C7B78A9C}"/>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AT"/>
          </a:p>
        </p:txBody>
      </p:sp>
      <p:sp>
        <p:nvSpPr>
          <p:cNvPr id="3" name="Vertical Text Placeholder 2">
            <a:extLst>
              <a:ext uri="{FF2B5EF4-FFF2-40B4-BE49-F238E27FC236}">
                <a16:creationId xmlns:a16="http://schemas.microsoft.com/office/drawing/2014/main" id="{8CC68390-06A2-838B-009E-76FFACB02427}"/>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T"/>
          </a:p>
        </p:txBody>
      </p:sp>
      <p:sp>
        <p:nvSpPr>
          <p:cNvPr id="4" name="Date Placeholder 3">
            <a:extLst>
              <a:ext uri="{FF2B5EF4-FFF2-40B4-BE49-F238E27FC236}">
                <a16:creationId xmlns:a16="http://schemas.microsoft.com/office/drawing/2014/main" id="{822F887C-992F-5717-BE37-F71ECEA039A5}"/>
              </a:ext>
            </a:extLst>
          </p:cNvPr>
          <p:cNvSpPr>
            <a:spLocks noGrp="1"/>
          </p:cNvSpPr>
          <p:nvPr>
            <p:ph type="dt" sz="half" idx="10"/>
          </p:nvPr>
        </p:nvSpPr>
        <p:spPr/>
        <p:txBody>
          <a:bodyPr/>
          <a:lstStyle/>
          <a:p>
            <a:fld id="{A591BDEC-81C3-DB48-92B3-4E74693DD55D}" type="datetimeFigureOut">
              <a:rPr lang="en-AT" smtClean="0"/>
              <a:t>11.05.26</a:t>
            </a:fld>
            <a:endParaRPr lang="en-AT"/>
          </a:p>
        </p:txBody>
      </p:sp>
      <p:sp>
        <p:nvSpPr>
          <p:cNvPr id="5" name="Footer Placeholder 4">
            <a:extLst>
              <a:ext uri="{FF2B5EF4-FFF2-40B4-BE49-F238E27FC236}">
                <a16:creationId xmlns:a16="http://schemas.microsoft.com/office/drawing/2014/main" id="{47EB18C0-B88B-2BFB-4FC4-BB5C0A400CB8}"/>
              </a:ext>
            </a:extLst>
          </p:cNvPr>
          <p:cNvSpPr>
            <a:spLocks noGrp="1"/>
          </p:cNvSpPr>
          <p:nvPr>
            <p:ph type="ftr" sz="quarter" idx="11"/>
          </p:nvPr>
        </p:nvSpPr>
        <p:spPr/>
        <p:txBody>
          <a:bodyPr/>
          <a:lstStyle/>
          <a:p>
            <a:endParaRPr lang="en-AT"/>
          </a:p>
        </p:txBody>
      </p:sp>
      <p:sp>
        <p:nvSpPr>
          <p:cNvPr id="6" name="Slide Number Placeholder 5">
            <a:extLst>
              <a:ext uri="{FF2B5EF4-FFF2-40B4-BE49-F238E27FC236}">
                <a16:creationId xmlns:a16="http://schemas.microsoft.com/office/drawing/2014/main" id="{2DB8D64A-629C-34B3-065C-AE36440A9C88}"/>
              </a:ext>
            </a:extLst>
          </p:cNvPr>
          <p:cNvSpPr>
            <a:spLocks noGrp="1"/>
          </p:cNvSpPr>
          <p:nvPr>
            <p:ph type="sldNum" sz="quarter" idx="12"/>
          </p:nvPr>
        </p:nvSpPr>
        <p:spPr/>
        <p:txBody>
          <a:bodyPr/>
          <a:lstStyle/>
          <a:p>
            <a:fld id="{D8E3BB1E-CF9F-BA4C-AD08-6C35B534BA35}" type="slidenum">
              <a:rPr lang="en-AT" smtClean="0"/>
              <a:t>‹#›</a:t>
            </a:fld>
            <a:endParaRPr lang="en-AT"/>
          </a:p>
        </p:txBody>
      </p:sp>
    </p:spTree>
    <p:extLst>
      <p:ext uri="{BB962C8B-B14F-4D97-AF65-F5344CB8AC3E}">
        <p14:creationId xmlns:p14="http://schemas.microsoft.com/office/powerpoint/2010/main" val="34119545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2BA233F-1871-0BF9-166C-B080868C9BC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AT"/>
          </a:p>
        </p:txBody>
      </p:sp>
      <p:sp>
        <p:nvSpPr>
          <p:cNvPr id="3" name="Text Placeholder 2">
            <a:extLst>
              <a:ext uri="{FF2B5EF4-FFF2-40B4-BE49-F238E27FC236}">
                <a16:creationId xmlns:a16="http://schemas.microsoft.com/office/drawing/2014/main" id="{BDF06674-71AB-4CF5-56E7-3FD232BFA6F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T"/>
          </a:p>
        </p:txBody>
      </p:sp>
      <p:sp>
        <p:nvSpPr>
          <p:cNvPr id="4" name="Date Placeholder 3">
            <a:extLst>
              <a:ext uri="{FF2B5EF4-FFF2-40B4-BE49-F238E27FC236}">
                <a16:creationId xmlns:a16="http://schemas.microsoft.com/office/drawing/2014/main" id="{6A072806-F876-B645-329B-9D833756F89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591BDEC-81C3-DB48-92B3-4E74693DD55D}" type="datetimeFigureOut">
              <a:rPr lang="en-AT" smtClean="0"/>
              <a:t>11.05.26</a:t>
            </a:fld>
            <a:endParaRPr lang="en-AT"/>
          </a:p>
        </p:txBody>
      </p:sp>
      <p:sp>
        <p:nvSpPr>
          <p:cNvPr id="5" name="Footer Placeholder 4">
            <a:extLst>
              <a:ext uri="{FF2B5EF4-FFF2-40B4-BE49-F238E27FC236}">
                <a16:creationId xmlns:a16="http://schemas.microsoft.com/office/drawing/2014/main" id="{5DEB334C-CF65-FE10-8CDB-FFF8801478E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AT"/>
          </a:p>
        </p:txBody>
      </p:sp>
      <p:sp>
        <p:nvSpPr>
          <p:cNvPr id="6" name="Slide Number Placeholder 5">
            <a:extLst>
              <a:ext uri="{FF2B5EF4-FFF2-40B4-BE49-F238E27FC236}">
                <a16:creationId xmlns:a16="http://schemas.microsoft.com/office/drawing/2014/main" id="{7CAD21A0-E704-8BC5-3D51-03FF4DBB25F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8E3BB1E-CF9F-BA4C-AD08-6C35B534BA35}" type="slidenum">
              <a:rPr lang="en-AT" smtClean="0"/>
              <a:t>‹#›</a:t>
            </a:fld>
            <a:endParaRPr lang="en-AT"/>
          </a:p>
        </p:txBody>
      </p:sp>
    </p:spTree>
    <p:extLst>
      <p:ext uri="{BB962C8B-B14F-4D97-AF65-F5344CB8AC3E}">
        <p14:creationId xmlns:p14="http://schemas.microsoft.com/office/powerpoint/2010/main" val="204919534"/>
      </p:ext>
    </p:extLst>
  </p:cSld>
  <p:clrMap bg1="lt1" tx1="dk1" bg2="lt2" tx2="dk2" accent1="accent1" accent2="accent2" accent3="accent3" accent4="accent4" accent5="accent5" accent6="accent6" hlink="hlink" folHlink="folHlink"/>
  <p:sldLayoutIdLst>
    <p:sldLayoutId id="2147484166" r:id="rId1"/>
    <p:sldLayoutId id="2147484167" r:id="rId2"/>
    <p:sldLayoutId id="2147484168" r:id="rId3"/>
    <p:sldLayoutId id="2147484169" r:id="rId4"/>
    <p:sldLayoutId id="2147484170" r:id="rId5"/>
    <p:sldLayoutId id="2147484171" r:id="rId6"/>
    <p:sldLayoutId id="2147484172" r:id="rId7"/>
    <p:sldLayoutId id="2147484173" r:id="rId8"/>
    <p:sldLayoutId id="2147484174" r:id="rId9"/>
    <p:sldLayoutId id="2147484175" r:id="rId10"/>
    <p:sldLayoutId id="2147484176"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A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8" Type="http://schemas.openxmlformats.org/officeDocument/2006/relationships/image" Target="../media/image13.svg"/><Relationship Id="rId3" Type="http://schemas.openxmlformats.org/officeDocument/2006/relationships/hyperlink" Target="https://www.kaggle.com/datasets/jtrotman/formula-1-race-data" TargetMode="External"/><Relationship Id="rId7" Type="http://schemas.openxmlformats.org/officeDocument/2006/relationships/image" Target="../media/image12.sv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hyperlink" Target="http://localhost:5601/" TargetMode="External"/><Relationship Id="rId4" Type="http://schemas.openxmlformats.org/officeDocument/2006/relationships/hyperlink" Target="http://localhost:9200/" TargetMode="External"/></Relationships>
</file>

<file path=ppt/slides/_rels/slide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hyperlink" Target="https://www.purestorage.com/knowledge/elasticsearch-architecture.html" TargetMode="External"/><Relationship Id="rId7" Type="http://schemas.openxmlformats.org/officeDocument/2006/relationships/hyperlink" Target="https://www.elastic.co/kibana" TargetMode="External"/><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hyperlink" Target="https://www.elastic.co/elasticsearch/features" TargetMode="External"/><Relationship Id="rId5" Type="http://schemas.openxmlformats.org/officeDocument/2006/relationships/hyperlink" Target="https://www.geeksforgeeks.org/elasticsearch/what-is-elastic-search-and-why-is-it-used/" TargetMode="External"/><Relationship Id="rId4" Type="http://schemas.openxmlformats.org/officeDocument/2006/relationships/hyperlink" Target="https://www.geeksforgeeks.org/elasticsearch/elasticsearch-architecture/"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BD5EF986-C563-96A1-8358-0843072E2994}"/>
              </a:ext>
            </a:extLst>
          </p:cNvPr>
          <p:cNvSpPr/>
          <p:nvPr/>
        </p:nvSpPr>
        <p:spPr>
          <a:xfrm>
            <a:off x="6096000" y="2690949"/>
            <a:ext cx="2203269" cy="677092"/>
          </a:xfrm>
          <a:prstGeom prst="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2" name="Title 1">
            <a:extLst>
              <a:ext uri="{FF2B5EF4-FFF2-40B4-BE49-F238E27FC236}">
                <a16:creationId xmlns:a16="http://schemas.microsoft.com/office/drawing/2014/main" id="{9796A078-DF03-A054-F0CD-D979DA99BFC2}"/>
              </a:ext>
            </a:extLst>
          </p:cNvPr>
          <p:cNvSpPr>
            <a:spLocks noGrp="1"/>
          </p:cNvSpPr>
          <p:nvPr>
            <p:ph type="ctrTitle"/>
          </p:nvPr>
        </p:nvSpPr>
        <p:spPr/>
        <p:txBody>
          <a:bodyPr/>
          <a:lstStyle/>
          <a:p>
            <a:r>
              <a:rPr lang="en-AT" dirty="0"/>
              <a:t>elastic</a:t>
            </a:r>
            <a:r>
              <a:rPr lang="en-AT" dirty="0">
                <a:solidFill>
                  <a:schemeClr val="bg1"/>
                </a:solidFill>
              </a:rPr>
              <a:t>search</a:t>
            </a:r>
          </a:p>
        </p:txBody>
      </p:sp>
      <p:sp>
        <p:nvSpPr>
          <p:cNvPr id="3" name="Subtitle 2">
            <a:extLst>
              <a:ext uri="{FF2B5EF4-FFF2-40B4-BE49-F238E27FC236}">
                <a16:creationId xmlns:a16="http://schemas.microsoft.com/office/drawing/2014/main" id="{723906CB-7C09-7156-4CDA-5F2C1C3499EB}"/>
              </a:ext>
            </a:extLst>
          </p:cNvPr>
          <p:cNvSpPr>
            <a:spLocks noGrp="1"/>
          </p:cNvSpPr>
          <p:nvPr>
            <p:ph type="subTitle" idx="1"/>
          </p:nvPr>
        </p:nvSpPr>
        <p:spPr/>
        <p:txBody>
          <a:bodyPr>
            <a:normAutofit/>
          </a:bodyPr>
          <a:lstStyle/>
          <a:p>
            <a:r>
              <a:rPr lang="en-AT" dirty="0"/>
              <a:t>Fabian Kopf</a:t>
            </a:r>
          </a:p>
          <a:p>
            <a:fld id="{343E18A4-A905-2445-944B-CEA2A38DE8BE}" type="datetime4">
              <a:rPr lang="en-AT" sz="1600"/>
              <a:t>11. May 2026</a:t>
            </a:fld>
            <a:endParaRPr lang="en-AT" sz="1600" dirty="0"/>
          </a:p>
        </p:txBody>
      </p:sp>
      <p:pic>
        <p:nvPicPr>
          <p:cNvPr id="5" name="Picture 4">
            <a:extLst>
              <a:ext uri="{FF2B5EF4-FFF2-40B4-BE49-F238E27FC236}">
                <a16:creationId xmlns:a16="http://schemas.microsoft.com/office/drawing/2014/main" id="{30653D59-0082-C2F1-C648-9F92F64F55C6}"/>
              </a:ext>
            </a:extLst>
          </p:cNvPr>
          <p:cNvPicPr>
            <a:picLocks noChangeAspect="1"/>
          </p:cNvPicPr>
          <p:nvPr/>
        </p:nvPicPr>
        <p:blipFill>
          <a:blip r:embed="rId2"/>
          <a:srcRect t="39270" r="75186" b="38646"/>
          <a:stretch>
            <a:fillRect/>
          </a:stretch>
        </p:blipFill>
        <p:spPr>
          <a:xfrm>
            <a:off x="2921726" y="2519522"/>
            <a:ext cx="1146009" cy="1019945"/>
          </a:xfrm>
          <a:prstGeom prst="rect">
            <a:avLst/>
          </a:prstGeom>
        </p:spPr>
      </p:pic>
    </p:spTree>
    <p:extLst>
      <p:ext uri="{BB962C8B-B14F-4D97-AF65-F5344CB8AC3E}">
        <p14:creationId xmlns:p14="http://schemas.microsoft.com/office/powerpoint/2010/main" val="308667967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A20A79-00D4-DE2D-0A43-799A35810C59}"/>
              </a:ext>
            </a:extLst>
          </p:cNvPr>
          <p:cNvSpPr>
            <a:spLocks noGrp="1"/>
          </p:cNvSpPr>
          <p:nvPr>
            <p:ph type="title"/>
          </p:nvPr>
        </p:nvSpPr>
        <p:spPr>
          <a:xfrm>
            <a:off x="838200" y="310140"/>
            <a:ext cx="10515600" cy="1325563"/>
          </a:xfrm>
        </p:spPr>
        <p:txBody>
          <a:bodyPr/>
          <a:lstStyle/>
          <a:p>
            <a:r>
              <a:rPr lang="en-AT" dirty="0"/>
              <a:t>Agenda</a:t>
            </a:r>
          </a:p>
        </p:txBody>
      </p:sp>
      <p:sp>
        <p:nvSpPr>
          <p:cNvPr id="5" name="Rounded Rectangle 4">
            <a:extLst>
              <a:ext uri="{FF2B5EF4-FFF2-40B4-BE49-F238E27FC236}">
                <a16:creationId xmlns:a16="http://schemas.microsoft.com/office/drawing/2014/main" id="{22E1F800-4317-EA4C-447C-ECE19D3662C4}"/>
              </a:ext>
            </a:extLst>
          </p:cNvPr>
          <p:cNvSpPr/>
          <p:nvPr/>
        </p:nvSpPr>
        <p:spPr>
          <a:xfrm>
            <a:off x="2312895" y="1770173"/>
            <a:ext cx="5930151" cy="416859"/>
          </a:xfrm>
          <a:prstGeom prst="round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sz="2400" dirty="0"/>
              <a:t>What is ElasticSearch</a:t>
            </a:r>
          </a:p>
        </p:txBody>
      </p:sp>
      <p:sp>
        <p:nvSpPr>
          <p:cNvPr id="6" name="Rounded Rectangle 5">
            <a:extLst>
              <a:ext uri="{FF2B5EF4-FFF2-40B4-BE49-F238E27FC236}">
                <a16:creationId xmlns:a16="http://schemas.microsoft.com/office/drawing/2014/main" id="{2FFC05B3-E720-B7B7-04C9-697893327623}"/>
              </a:ext>
            </a:extLst>
          </p:cNvPr>
          <p:cNvSpPr/>
          <p:nvPr/>
        </p:nvSpPr>
        <p:spPr>
          <a:xfrm>
            <a:off x="2312894" y="2401429"/>
            <a:ext cx="5930151" cy="416859"/>
          </a:xfrm>
          <a:prstGeom prst="round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sz="2400" dirty="0"/>
              <a:t>Architecture</a:t>
            </a:r>
          </a:p>
        </p:txBody>
      </p:sp>
      <p:sp>
        <p:nvSpPr>
          <p:cNvPr id="7" name="Rounded Rectangle 6">
            <a:extLst>
              <a:ext uri="{FF2B5EF4-FFF2-40B4-BE49-F238E27FC236}">
                <a16:creationId xmlns:a16="http://schemas.microsoft.com/office/drawing/2014/main" id="{AB596FC3-64BB-07D8-E956-9503BA4C743D}"/>
              </a:ext>
            </a:extLst>
          </p:cNvPr>
          <p:cNvSpPr/>
          <p:nvPr/>
        </p:nvSpPr>
        <p:spPr>
          <a:xfrm>
            <a:off x="2312895" y="3032685"/>
            <a:ext cx="5930151" cy="416859"/>
          </a:xfrm>
          <a:prstGeom prst="round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sz="2400" dirty="0"/>
              <a:t>Key features</a:t>
            </a:r>
          </a:p>
        </p:txBody>
      </p:sp>
      <p:sp>
        <p:nvSpPr>
          <p:cNvPr id="8" name="Rounded Rectangle 7">
            <a:extLst>
              <a:ext uri="{FF2B5EF4-FFF2-40B4-BE49-F238E27FC236}">
                <a16:creationId xmlns:a16="http://schemas.microsoft.com/office/drawing/2014/main" id="{B5C9BECC-28E7-4633-8A2D-0214432A69AA}"/>
              </a:ext>
            </a:extLst>
          </p:cNvPr>
          <p:cNvSpPr/>
          <p:nvPr/>
        </p:nvSpPr>
        <p:spPr>
          <a:xfrm>
            <a:off x="2312894" y="3688416"/>
            <a:ext cx="5930151" cy="416859"/>
          </a:xfrm>
          <a:prstGeom prst="round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sz="2400" dirty="0"/>
              <a:t>How does it work</a:t>
            </a:r>
          </a:p>
        </p:txBody>
      </p:sp>
      <p:sp>
        <p:nvSpPr>
          <p:cNvPr id="11" name="Rounded Rectangle 10">
            <a:extLst>
              <a:ext uri="{FF2B5EF4-FFF2-40B4-BE49-F238E27FC236}">
                <a16:creationId xmlns:a16="http://schemas.microsoft.com/office/drawing/2014/main" id="{0B6B0778-6C1A-C82F-A08F-EBD35E8F20BF}"/>
              </a:ext>
            </a:extLst>
          </p:cNvPr>
          <p:cNvSpPr/>
          <p:nvPr/>
        </p:nvSpPr>
        <p:spPr>
          <a:xfrm>
            <a:off x="2312895" y="4344147"/>
            <a:ext cx="5930151" cy="416859"/>
          </a:xfrm>
          <a:prstGeom prst="round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sz="2400" dirty="0"/>
              <a:t>Query Language &amp; API</a:t>
            </a:r>
          </a:p>
        </p:txBody>
      </p:sp>
      <p:sp>
        <p:nvSpPr>
          <p:cNvPr id="12" name="Rounded Rectangle 11">
            <a:extLst>
              <a:ext uri="{FF2B5EF4-FFF2-40B4-BE49-F238E27FC236}">
                <a16:creationId xmlns:a16="http://schemas.microsoft.com/office/drawing/2014/main" id="{CE064E1E-84C9-2230-71F1-D564312B02E2}"/>
              </a:ext>
            </a:extLst>
          </p:cNvPr>
          <p:cNvSpPr/>
          <p:nvPr/>
        </p:nvSpPr>
        <p:spPr>
          <a:xfrm>
            <a:off x="2312894" y="4999878"/>
            <a:ext cx="5930151" cy="416859"/>
          </a:xfrm>
          <a:prstGeom prst="round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sz="2400" dirty="0"/>
              <a:t>Usecases</a:t>
            </a:r>
          </a:p>
        </p:txBody>
      </p:sp>
      <p:sp>
        <p:nvSpPr>
          <p:cNvPr id="13" name="Rounded Rectangle 12">
            <a:extLst>
              <a:ext uri="{FF2B5EF4-FFF2-40B4-BE49-F238E27FC236}">
                <a16:creationId xmlns:a16="http://schemas.microsoft.com/office/drawing/2014/main" id="{4B413FF3-404E-32CC-EF0A-B75CA2B1FE1C}"/>
              </a:ext>
            </a:extLst>
          </p:cNvPr>
          <p:cNvSpPr/>
          <p:nvPr/>
        </p:nvSpPr>
        <p:spPr>
          <a:xfrm>
            <a:off x="2312895" y="5606659"/>
            <a:ext cx="5930151" cy="416859"/>
          </a:xfrm>
          <a:prstGeom prst="round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sz="2400" dirty="0"/>
              <a:t>Advanteges &amp; Disadvanteges</a:t>
            </a:r>
          </a:p>
        </p:txBody>
      </p:sp>
      <p:sp>
        <p:nvSpPr>
          <p:cNvPr id="14" name="Rounded Rectangle 13">
            <a:extLst>
              <a:ext uri="{FF2B5EF4-FFF2-40B4-BE49-F238E27FC236}">
                <a16:creationId xmlns:a16="http://schemas.microsoft.com/office/drawing/2014/main" id="{853FF397-088C-12C0-106F-EE6F0865C193}"/>
              </a:ext>
            </a:extLst>
          </p:cNvPr>
          <p:cNvSpPr/>
          <p:nvPr/>
        </p:nvSpPr>
        <p:spPr>
          <a:xfrm>
            <a:off x="2312894" y="6262390"/>
            <a:ext cx="5930151" cy="416859"/>
          </a:xfrm>
          <a:prstGeom prst="round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sz="2400" dirty="0"/>
              <a:t>Project</a:t>
            </a:r>
          </a:p>
        </p:txBody>
      </p:sp>
      <p:sp>
        <p:nvSpPr>
          <p:cNvPr id="15" name="Oval 14">
            <a:extLst>
              <a:ext uri="{FF2B5EF4-FFF2-40B4-BE49-F238E27FC236}">
                <a16:creationId xmlns:a16="http://schemas.microsoft.com/office/drawing/2014/main" id="{357C3278-2D09-D7C6-A0DF-3F828592ED1B}"/>
              </a:ext>
            </a:extLst>
          </p:cNvPr>
          <p:cNvSpPr/>
          <p:nvPr/>
        </p:nvSpPr>
        <p:spPr>
          <a:xfrm>
            <a:off x="1936376" y="1673625"/>
            <a:ext cx="537882" cy="537882"/>
          </a:xfrm>
          <a:prstGeom prst="ellipse">
            <a:avLst/>
          </a:pr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dirty="0"/>
              <a:t>1</a:t>
            </a:r>
          </a:p>
        </p:txBody>
      </p:sp>
      <p:sp>
        <p:nvSpPr>
          <p:cNvPr id="16" name="Oval 15">
            <a:extLst>
              <a:ext uri="{FF2B5EF4-FFF2-40B4-BE49-F238E27FC236}">
                <a16:creationId xmlns:a16="http://schemas.microsoft.com/office/drawing/2014/main" id="{7A8C159A-ACCF-695A-8CB9-0E6F1E479BA0}"/>
              </a:ext>
            </a:extLst>
          </p:cNvPr>
          <p:cNvSpPr/>
          <p:nvPr/>
        </p:nvSpPr>
        <p:spPr>
          <a:xfrm>
            <a:off x="1936376" y="2340917"/>
            <a:ext cx="537882" cy="537882"/>
          </a:xfrm>
          <a:prstGeom prst="ellipse">
            <a:avLst/>
          </a:pr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dirty="0"/>
              <a:t>2</a:t>
            </a:r>
          </a:p>
        </p:txBody>
      </p:sp>
      <p:sp>
        <p:nvSpPr>
          <p:cNvPr id="17" name="Oval 16">
            <a:extLst>
              <a:ext uri="{FF2B5EF4-FFF2-40B4-BE49-F238E27FC236}">
                <a16:creationId xmlns:a16="http://schemas.microsoft.com/office/drawing/2014/main" id="{327B938E-F153-2295-9076-B7E6D6614536}"/>
              </a:ext>
            </a:extLst>
          </p:cNvPr>
          <p:cNvSpPr/>
          <p:nvPr/>
        </p:nvSpPr>
        <p:spPr>
          <a:xfrm>
            <a:off x="1949822" y="2977607"/>
            <a:ext cx="537882" cy="537882"/>
          </a:xfrm>
          <a:prstGeom prst="ellipse">
            <a:avLst/>
          </a:pr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dirty="0"/>
              <a:t>3</a:t>
            </a:r>
          </a:p>
        </p:txBody>
      </p:sp>
      <p:sp>
        <p:nvSpPr>
          <p:cNvPr id="18" name="Oval 17">
            <a:extLst>
              <a:ext uri="{FF2B5EF4-FFF2-40B4-BE49-F238E27FC236}">
                <a16:creationId xmlns:a16="http://schemas.microsoft.com/office/drawing/2014/main" id="{068FD66F-1A79-6701-A051-223C014A2A5D}"/>
              </a:ext>
            </a:extLst>
          </p:cNvPr>
          <p:cNvSpPr/>
          <p:nvPr/>
        </p:nvSpPr>
        <p:spPr>
          <a:xfrm>
            <a:off x="1949822" y="3613541"/>
            <a:ext cx="537882" cy="537882"/>
          </a:xfrm>
          <a:prstGeom prst="ellipse">
            <a:avLst/>
          </a:pr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dirty="0"/>
              <a:t>4</a:t>
            </a:r>
          </a:p>
        </p:txBody>
      </p:sp>
      <p:sp>
        <p:nvSpPr>
          <p:cNvPr id="19" name="Oval 18">
            <a:extLst>
              <a:ext uri="{FF2B5EF4-FFF2-40B4-BE49-F238E27FC236}">
                <a16:creationId xmlns:a16="http://schemas.microsoft.com/office/drawing/2014/main" id="{290A04B3-19D2-1559-43D1-DB03D1D3F721}"/>
              </a:ext>
            </a:extLst>
          </p:cNvPr>
          <p:cNvSpPr/>
          <p:nvPr/>
        </p:nvSpPr>
        <p:spPr>
          <a:xfrm>
            <a:off x="1954304" y="4254321"/>
            <a:ext cx="537882" cy="537882"/>
          </a:xfrm>
          <a:prstGeom prst="ellipse">
            <a:avLst/>
          </a:pr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dirty="0"/>
              <a:t>5</a:t>
            </a:r>
          </a:p>
        </p:txBody>
      </p:sp>
      <p:sp>
        <p:nvSpPr>
          <p:cNvPr id="20" name="Oval 19">
            <a:extLst>
              <a:ext uri="{FF2B5EF4-FFF2-40B4-BE49-F238E27FC236}">
                <a16:creationId xmlns:a16="http://schemas.microsoft.com/office/drawing/2014/main" id="{3B38889E-FBB5-4147-1626-5E329F7B0E89}"/>
              </a:ext>
            </a:extLst>
          </p:cNvPr>
          <p:cNvSpPr/>
          <p:nvPr/>
        </p:nvSpPr>
        <p:spPr>
          <a:xfrm>
            <a:off x="1949822" y="4878855"/>
            <a:ext cx="537882" cy="537882"/>
          </a:xfrm>
          <a:prstGeom prst="ellipse">
            <a:avLst/>
          </a:pr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dirty="0"/>
              <a:t>6</a:t>
            </a:r>
          </a:p>
        </p:txBody>
      </p:sp>
      <p:sp>
        <p:nvSpPr>
          <p:cNvPr id="21" name="Oval 20">
            <a:extLst>
              <a:ext uri="{FF2B5EF4-FFF2-40B4-BE49-F238E27FC236}">
                <a16:creationId xmlns:a16="http://schemas.microsoft.com/office/drawing/2014/main" id="{AFDA044F-A75C-73DA-F066-9795789113FF}"/>
              </a:ext>
            </a:extLst>
          </p:cNvPr>
          <p:cNvSpPr/>
          <p:nvPr/>
        </p:nvSpPr>
        <p:spPr>
          <a:xfrm>
            <a:off x="1949822" y="5567074"/>
            <a:ext cx="537882" cy="537882"/>
          </a:xfrm>
          <a:prstGeom prst="ellipse">
            <a:avLst/>
          </a:pr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dirty="0"/>
              <a:t>7</a:t>
            </a:r>
          </a:p>
        </p:txBody>
      </p:sp>
      <p:sp>
        <p:nvSpPr>
          <p:cNvPr id="22" name="Oval 21">
            <a:extLst>
              <a:ext uri="{FF2B5EF4-FFF2-40B4-BE49-F238E27FC236}">
                <a16:creationId xmlns:a16="http://schemas.microsoft.com/office/drawing/2014/main" id="{31E6CF56-E78F-50AE-F900-AB8A901F748A}"/>
              </a:ext>
            </a:extLst>
          </p:cNvPr>
          <p:cNvSpPr/>
          <p:nvPr/>
        </p:nvSpPr>
        <p:spPr>
          <a:xfrm>
            <a:off x="1936376" y="6228016"/>
            <a:ext cx="537882" cy="537882"/>
          </a:xfrm>
          <a:prstGeom prst="ellipse">
            <a:avLst/>
          </a:pr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dirty="0"/>
              <a:t>8</a:t>
            </a:r>
          </a:p>
        </p:txBody>
      </p:sp>
    </p:spTree>
    <p:extLst>
      <p:ext uri="{BB962C8B-B14F-4D97-AF65-F5344CB8AC3E}">
        <p14:creationId xmlns:p14="http://schemas.microsoft.com/office/powerpoint/2010/main" val="409160234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D592E4-C7F0-B5D1-BE10-933772270985}"/>
              </a:ext>
            </a:extLst>
          </p:cNvPr>
          <p:cNvSpPr>
            <a:spLocks noGrp="1"/>
          </p:cNvSpPr>
          <p:nvPr>
            <p:ph type="title"/>
          </p:nvPr>
        </p:nvSpPr>
        <p:spPr/>
        <p:txBody>
          <a:bodyPr/>
          <a:lstStyle/>
          <a:p>
            <a:r>
              <a:rPr lang="en-AT" dirty="0"/>
              <a:t>What is Elasticsearch?</a:t>
            </a:r>
          </a:p>
        </p:txBody>
      </p:sp>
      <p:sp>
        <p:nvSpPr>
          <p:cNvPr id="3" name="Content Placeholder 2">
            <a:extLst>
              <a:ext uri="{FF2B5EF4-FFF2-40B4-BE49-F238E27FC236}">
                <a16:creationId xmlns:a16="http://schemas.microsoft.com/office/drawing/2014/main" id="{0D6E0D32-9E39-F289-8F83-5024B14E7735}"/>
              </a:ext>
            </a:extLst>
          </p:cNvPr>
          <p:cNvSpPr>
            <a:spLocks noGrp="1"/>
          </p:cNvSpPr>
          <p:nvPr>
            <p:ph idx="1"/>
          </p:nvPr>
        </p:nvSpPr>
        <p:spPr/>
        <p:txBody>
          <a:bodyPr/>
          <a:lstStyle/>
          <a:p>
            <a:r>
              <a:rPr lang="en-AT" dirty="0"/>
              <a:t>NoSQL docu</a:t>
            </a:r>
            <a:r>
              <a:rPr lang="en-GB" dirty="0"/>
              <a:t>me</a:t>
            </a:r>
            <a:r>
              <a:rPr lang="en-AT" dirty="0"/>
              <a:t>nt store and search engine</a:t>
            </a:r>
          </a:p>
          <a:p>
            <a:r>
              <a:rPr lang="en-AT" dirty="0"/>
              <a:t>Open-source, distributed search and analytics engine</a:t>
            </a:r>
          </a:p>
          <a:p>
            <a:r>
              <a:rPr lang="en-AT" dirty="0"/>
              <a:t>Build on Apache Lucene</a:t>
            </a:r>
          </a:p>
          <a:p>
            <a:pPr lvl="1"/>
            <a:r>
              <a:rPr lang="en-GB" dirty="0"/>
              <a:t>Apache Lucene is an open-source Java library </a:t>
            </a:r>
            <a:endParaRPr lang="en-AT" dirty="0"/>
          </a:p>
          <a:p>
            <a:pPr lvl="1"/>
            <a:r>
              <a:rPr lang="en-AT" dirty="0"/>
              <a:t>Provides the core indexing and full-text search engine</a:t>
            </a:r>
          </a:p>
          <a:p>
            <a:r>
              <a:rPr lang="en-AT" dirty="0"/>
              <a:t>Stores data in JSON format</a:t>
            </a:r>
          </a:p>
          <a:p>
            <a:endParaRPr lang="en-AT" dirty="0"/>
          </a:p>
          <a:p>
            <a:endParaRPr lang="en-AT" dirty="0"/>
          </a:p>
        </p:txBody>
      </p:sp>
      <p:pic>
        <p:nvPicPr>
          <p:cNvPr id="4" name="Picture 3">
            <a:extLst>
              <a:ext uri="{FF2B5EF4-FFF2-40B4-BE49-F238E27FC236}">
                <a16:creationId xmlns:a16="http://schemas.microsoft.com/office/drawing/2014/main" id="{7BF4F31F-82B8-07BD-2E45-BDF39AAB3EA0}"/>
              </a:ext>
            </a:extLst>
          </p:cNvPr>
          <p:cNvPicPr>
            <a:picLocks noChangeAspect="1"/>
          </p:cNvPicPr>
          <p:nvPr/>
        </p:nvPicPr>
        <p:blipFill>
          <a:blip r:embed="rId3"/>
          <a:stretch>
            <a:fillRect/>
          </a:stretch>
        </p:blipFill>
        <p:spPr>
          <a:xfrm>
            <a:off x="1431731" y="4593327"/>
            <a:ext cx="3662784" cy="2020846"/>
          </a:xfrm>
          <a:prstGeom prst="rect">
            <a:avLst/>
          </a:prstGeom>
        </p:spPr>
      </p:pic>
    </p:spTree>
    <p:extLst>
      <p:ext uri="{BB962C8B-B14F-4D97-AF65-F5344CB8AC3E}">
        <p14:creationId xmlns:p14="http://schemas.microsoft.com/office/powerpoint/2010/main" val="172003089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91A590-3DD4-6F08-BB92-F0C8755105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A026116-75C6-205D-E7F6-61CF6769E653}"/>
              </a:ext>
            </a:extLst>
          </p:cNvPr>
          <p:cNvSpPr>
            <a:spLocks noGrp="1"/>
          </p:cNvSpPr>
          <p:nvPr>
            <p:ph type="title"/>
          </p:nvPr>
        </p:nvSpPr>
        <p:spPr/>
        <p:txBody>
          <a:bodyPr/>
          <a:lstStyle/>
          <a:p>
            <a:r>
              <a:rPr lang="en-AT" dirty="0"/>
              <a:t>What is Elasticsearch?</a:t>
            </a:r>
          </a:p>
        </p:txBody>
      </p:sp>
      <p:sp>
        <p:nvSpPr>
          <p:cNvPr id="3" name="Content Placeholder 2">
            <a:extLst>
              <a:ext uri="{FF2B5EF4-FFF2-40B4-BE49-F238E27FC236}">
                <a16:creationId xmlns:a16="http://schemas.microsoft.com/office/drawing/2014/main" id="{DD86B26B-331D-18D2-CE29-8237F8AF8260}"/>
              </a:ext>
            </a:extLst>
          </p:cNvPr>
          <p:cNvSpPr>
            <a:spLocks noGrp="1"/>
          </p:cNvSpPr>
          <p:nvPr>
            <p:ph idx="1"/>
          </p:nvPr>
        </p:nvSpPr>
        <p:spPr/>
        <p:txBody>
          <a:bodyPr/>
          <a:lstStyle/>
          <a:p>
            <a:r>
              <a:rPr lang="en-AT" dirty="0"/>
              <a:t>Handle large volumes of data</a:t>
            </a:r>
          </a:p>
          <a:p>
            <a:pPr lvl="1"/>
            <a:r>
              <a:rPr lang="en-GB" dirty="0"/>
              <a:t>In real-time</a:t>
            </a:r>
          </a:p>
          <a:p>
            <a:pPr lvl="1"/>
            <a:r>
              <a:rPr lang="en-GB" dirty="0"/>
              <a:t>Structured and unstructured data</a:t>
            </a:r>
          </a:p>
          <a:p>
            <a:r>
              <a:rPr lang="en-GB" dirty="0"/>
              <a:t>Elastic Stack</a:t>
            </a:r>
          </a:p>
          <a:p>
            <a:pPr lvl="1"/>
            <a:r>
              <a:rPr lang="en-GB" dirty="0"/>
              <a:t>Elasticsearch</a:t>
            </a:r>
          </a:p>
          <a:p>
            <a:pPr lvl="1"/>
            <a:r>
              <a:rPr lang="en-GB" dirty="0"/>
              <a:t>Kibana</a:t>
            </a:r>
          </a:p>
          <a:p>
            <a:pPr lvl="1"/>
            <a:r>
              <a:rPr lang="en-GB" dirty="0"/>
              <a:t>Beats</a:t>
            </a:r>
          </a:p>
          <a:p>
            <a:pPr lvl="1"/>
            <a:r>
              <a:rPr lang="en-GB" dirty="0"/>
              <a:t>Logstash</a:t>
            </a:r>
          </a:p>
          <a:p>
            <a:r>
              <a:rPr lang="en-GB" dirty="0"/>
              <a:t>Developed by Elastic NV</a:t>
            </a:r>
            <a:endParaRPr lang="en-AT" dirty="0"/>
          </a:p>
        </p:txBody>
      </p:sp>
    </p:spTree>
    <p:extLst>
      <p:ext uri="{BB962C8B-B14F-4D97-AF65-F5344CB8AC3E}">
        <p14:creationId xmlns:p14="http://schemas.microsoft.com/office/powerpoint/2010/main" val="230506120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664B2B-2AC2-EC83-DF2F-57198D91647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E931212-F429-C1CE-7112-91003D13D632}"/>
              </a:ext>
            </a:extLst>
          </p:cNvPr>
          <p:cNvSpPr>
            <a:spLocks noGrp="1"/>
          </p:cNvSpPr>
          <p:nvPr>
            <p:ph type="title"/>
          </p:nvPr>
        </p:nvSpPr>
        <p:spPr/>
        <p:txBody>
          <a:bodyPr/>
          <a:lstStyle/>
          <a:p>
            <a:r>
              <a:rPr lang="en-AT" dirty="0"/>
              <a:t>Architecture</a:t>
            </a:r>
          </a:p>
        </p:txBody>
      </p:sp>
      <p:sp>
        <p:nvSpPr>
          <p:cNvPr id="3" name="Content Placeholder 2">
            <a:extLst>
              <a:ext uri="{FF2B5EF4-FFF2-40B4-BE49-F238E27FC236}">
                <a16:creationId xmlns:a16="http://schemas.microsoft.com/office/drawing/2014/main" id="{C9D21682-F41A-DB7E-C9F5-5103991B6BE7}"/>
              </a:ext>
            </a:extLst>
          </p:cNvPr>
          <p:cNvSpPr>
            <a:spLocks noGrp="1"/>
          </p:cNvSpPr>
          <p:nvPr>
            <p:ph sz="half" idx="1"/>
          </p:nvPr>
        </p:nvSpPr>
        <p:spPr/>
        <p:txBody>
          <a:bodyPr>
            <a:normAutofit/>
          </a:bodyPr>
          <a:lstStyle/>
          <a:p>
            <a:pPr marL="0" indent="0">
              <a:buNone/>
            </a:pPr>
            <a:endParaRPr lang="en-AT" dirty="0"/>
          </a:p>
          <a:p>
            <a:endParaRPr lang="en-AT" dirty="0"/>
          </a:p>
        </p:txBody>
      </p:sp>
      <p:sp>
        <p:nvSpPr>
          <p:cNvPr id="5" name="Content Placeholder 4">
            <a:extLst>
              <a:ext uri="{FF2B5EF4-FFF2-40B4-BE49-F238E27FC236}">
                <a16:creationId xmlns:a16="http://schemas.microsoft.com/office/drawing/2014/main" id="{501C44D5-0AC3-FD84-7402-DC1B9E8748CA}"/>
              </a:ext>
            </a:extLst>
          </p:cNvPr>
          <p:cNvSpPr>
            <a:spLocks noGrp="1"/>
          </p:cNvSpPr>
          <p:nvPr>
            <p:ph sz="half" idx="2"/>
          </p:nvPr>
        </p:nvSpPr>
        <p:spPr>
          <a:xfrm>
            <a:off x="375913" y="1690688"/>
            <a:ext cx="4623737" cy="1468438"/>
          </a:xfrm>
        </p:spPr>
        <p:txBody>
          <a:bodyPr>
            <a:normAutofit/>
          </a:bodyPr>
          <a:lstStyle/>
          <a:p>
            <a:pPr marL="0" indent="0">
              <a:buNone/>
            </a:pPr>
            <a:r>
              <a:rPr lang="en-AT" dirty="0">
                <a:solidFill>
                  <a:srgbClr val="00BFB3"/>
                </a:solidFill>
                <a:highlight>
                  <a:srgbClr val="FED20B"/>
                </a:highlight>
              </a:rPr>
              <a:t>Cluster</a:t>
            </a:r>
          </a:p>
          <a:p>
            <a:pPr marL="0" indent="0">
              <a:buNone/>
            </a:pPr>
            <a:r>
              <a:rPr lang="en-AT" dirty="0"/>
              <a:t>One ore more nodes working together</a:t>
            </a:r>
          </a:p>
        </p:txBody>
      </p:sp>
      <p:sp>
        <p:nvSpPr>
          <p:cNvPr id="6" name="Content Placeholder 4">
            <a:extLst>
              <a:ext uri="{FF2B5EF4-FFF2-40B4-BE49-F238E27FC236}">
                <a16:creationId xmlns:a16="http://schemas.microsoft.com/office/drawing/2014/main" id="{A9C382A8-50D6-44C2-AB37-9405B4C2314B}"/>
              </a:ext>
            </a:extLst>
          </p:cNvPr>
          <p:cNvSpPr txBox="1">
            <a:spLocks/>
          </p:cNvSpPr>
          <p:nvPr/>
        </p:nvSpPr>
        <p:spPr>
          <a:xfrm>
            <a:off x="375912" y="3267075"/>
            <a:ext cx="4623737" cy="14684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AT" dirty="0">
                <a:solidFill>
                  <a:srgbClr val="00BFB3"/>
                </a:solidFill>
                <a:highlight>
                  <a:srgbClr val="FED20B"/>
                </a:highlight>
              </a:rPr>
              <a:t>Node</a:t>
            </a:r>
          </a:p>
          <a:p>
            <a:pPr marL="0" indent="0">
              <a:buFont typeface="Arial" panose="020B0604020202020204" pitchFamily="34" charset="0"/>
              <a:buNone/>
            </a:pPr>
            <a:r>
              <a:rPr lang="en-AT" dirty="0"/>
              <a:t>Single Elasticsearch instance</a:t>
            </a:r>
          </a:p>
        </p:txBody>
      </p:sp>
      <p:sp>
        <p:nvSpPr>
          <p:cNvPr id="7" name="Content Placeholder 4">
            <a:extLst>
              <a:ext uri="{FF2B5EF4-FFF2-40B4-BE49-F238E27FC236}">
                <a16:creationId xmlns:a16="http://schemas.microsoft.com/office/drawing/2014/main" id="{FE6EB8A3-D9DD-DBD2-984B-EABF36B76E1B}"/>
              </a:ext>
            </a:extLst>
          </p:cNvPr>
          <p:cNvSpPr txBox="1">
            <a:spLocks/>
          </p:cNvSpPr>
          <p:nvPr/>
        </p:nvSpPr>
        <p:spPr>
          <a:xfrm>
            <a:off x="375913" y="4870320"/>
            <a:ext cx="4623737" cy="14684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AT" dirty="0">
                <a:solidFill>
                  <a:srgbClr val="00BFB3"/>
                </a:solidFill>
                <a:highlight>
                  <a:srgbClr val="FED20B"/>
                </a:highlight>
              </a:rPr>
              <a:t>Index</a:t>
            </a:r>
          </a:p>
          <a:p>
            <a:pPr marL="0" indent="0">
              <a:buFont typeface="Arial" panose="020B0604020202020204" pitchFamily="34" charset="0"/>
              <a:buNone/>
            </a:pPr>
            <a:r>
              <a:rPr lang="en-AT" dirty="0"/>
              <a:t>A collection of documents</a:t>
            </a:r>
          </a:p>
        </p:txBody>
      </p:sp>
      <p:sp>
        <p:nvSpPr>
          <p:cNvPr id="8" name="Content Placeholder 4">
            <a:extLst>
              <a:ext uri="{FF2B5EF4-FFF2-40B4-BE49-F238E27FC236}">
                <a16:creationId xmlns:a16="http://schemas.microsoft.com/office/drawing/2014/main" id="{3934146A-C41F-591E-5644-312BE827100D}"/>
              </a:ext>
            </a:extLst>
          </p:cNvPr>
          <p:cNvSpPr txBox="1">
            <a:spLocks/>
          </p:cNvSpPr>
          <p:nvPr/>
        </p:nvSpPr>
        <p:spPr>
          <a:xfrm>
            <a:off x="6019794" y="1609854"/>
            <a:ext cx="4623737" cy="14684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AT" dirty="0">
                <a:solidFill>
                  <a:srgbClr val="00BFB3"/>
                </a:solidFill>
                <a:highlight>
                  <a:srgbClr val="FED20B"/>
                </a:highlight>
              </a:rPr>
              <a:t>Document</a:t>
            </a:r>
          </a:p>
          <a:p>
            <a:pPr marL="0" indent="0">
              <a:buFont typeface="Arial" panose="020B0604020202020204" pitchFamily="34" charset="0"/>
              <a:buNone/>
            </a:pPr>
            <a:r>
              <a:rPr lang="en-AT" dirty="0"/>
              <a:t>JSON object</a:t>
            </a:r>
          </a:p>
        </p:txBody>
      </p:sp>
      <p:sp>
        <p:nvSpPr>
          <p:cNvPr id="9" name="Content Placeholder 4">
            <a:extLst>
              <a:ext uri="{FF2B5EF4-FFF2-40B4-BE49-F238E27FC236}">
                <a16:creationId xmlns:a16="http://schemas.microsoft.com/office/drawing/2014/main" id="{19D9AEDE-A00B-F34A-2601-5EEF66606BBE}"/>
              </a:ext>
            </a:extLst>
          </p:cNvPr>
          <p:cNvSpPr txBox="1">
            <a:spLocks/>
          </p:cNvSpPr>
          <p:nvPr/>
        </p:nvSpPr>
        <p:spPr>
          <a:xfrm>
            <a:off x="6019794" y="3078292"/>
            <a:ext cx="4623737" cy="1468438"/>
          </a:xfrm>
          <a:prstGeom prst="rect">
            <a:avLst/>
          </a:prstGeom>
        </p:spPr>
        <p:txBody>
          <a:bodyPr vert="horz" lIns="91440" tIns="45720" rIns="91440" bIns="45720" rtlCol="0">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AT" dirty="0">
                <a:solidFill>
                  <a:srgbClr val="00BFB3"/>
                </a:solidFill>
                <a:highlight>
                  <a:srgbClr val="FED20B"/>
                </a:highlight>
              </a:rPr>
              <a:t>Shard</a:t>
            </a:r>
          </a:p>
          <a:p>
            <a:pPr marL="0" indent="0">
              <a:buFont typeface="Arial" panose="020B0604020202020204" pitchFamily="34" charset="0"/>
              <a:buNone/>
            </a:pPr>
            <a:r>
              <a:rPr lang="en-AT" dirty="0"/>
              <a:t>A subset of an index stored on a node, enable parallel processing</a:t>
            </a:r>
          </a:p>
        </p:txBody>
      </p:sp>
      <p:sp>
        <p:nvSpPr>
          <p:cNvPr id="10" name="Content Placeholder 4">
            <a:extLst>
              <a:ext uri="{FF2B5EF4-FFF2-40B4-BE49-F238E27FC236}">
                <a16:creationId xmlns:a16="http://schemas.microsoft.com/office/drawing/2014/main" id="{7540CDE6-A0BC-7C63-8B5C-4BF9AACC8E5B}"/>
              </a:ext>
            </a:extLst>
          </p:cNvPr>
          <p:cNvSpPr txBox="1">
            <a:spLocks/>
          </p:cNvSpPr>
          <p:nvPr/>
        </p:nvSpPr>
        <p:spPr>
          <a:xfrm>
            <a:off x="6019796" y="4708525"/>
            <a:ext cx="4623737" cy="14684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AT" dirty="0">
                <a:solidFill>
                  <a:srgbClr val="00BFB3"/>
                </a:solidFill>
                <a:highlight>
                  <a:srgbClr val="FED20B"/>
                </a:highlight>
              </a:rPr>
              <a:t>Replica</a:t>
            </a:r>
          </a:p>
          <a:p>
            <a:pPr marL="0" indent="0">
              <a:buFont typeface="Arial" panose="020B0604020202020204" pitchFamily="34" charset="0"/>
              <a:buNone/>
            </a:pPr>
            <a:r>
              <a:rPr lang="en-AT" dirty="0"/>
              <a:t>Copy of a shard</a:t>
            </a:r>
          </a:p>
        </p:txBody>
      </p:sp>
    </p:spTree>
    <p:extLst>
      <p:ext uri="{BB962C8B-B14F-4D97-AF65-F5344CB8AC3E}">
        <p14:creationId xmlns:p14="http://schemas.microsoft.com/office/powerpoint/2010/main" val="206046127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DBEB778-05E3-5D59-4CA9-037196EA08B8}"/>
              </a:ext>
            </a:extLst>
          </p:cNvPr>
          <p:cNvSpPr txBox="1"/>
          <p:nvPr/>
        </p:nvSpPr>
        <p:spPr>
          <a:xfrm>
            <a:off x="1071154" y="1471749"/>
            <a:ext cx="184731" cy="369332"/>
          </a:xfrm>
          <a:prstGeom prst="rect">
            <a:avLst/>
          </a:prstGeom>
          <a:noFill/>
        </p:spPr>
        <p:txBody>
          <a:bodyPr wrap="none" rtlCol="0">
            <a:spAutoFit/>
          </a:bodyPr>
          <a:lstStyle/>
          <a:p>
            <a:endParaRPr lang="en-AT" dirty="0"/>
          </a:p>
        </p:txBody>
      </p:sp>
      <p:pic>
        <p:nvPicPr>
          <p:cNvPr id="3" name="Picture 2">
            <a:extLst>
              <a:ext uri="{FF2B5EF4-FFF2-40B4-BE49-F238E27FC236}">
                <a16:creationId xmlns:a16="http://schemas.microsoft.com/office/drawing/2014/main" id="{4C0430EE-B089-25B7-699E-5A8CD0D94EE2}"/>
              </a:ext>
            </a:extLst>
          </p:cNvPr>
          <p:cNvPicPr>
            <a:picLocks noChangeAspect="1"/>
          </p:cNvPicPr>
          <p:nvPr/>
        </p:nvPicPr>
        <p:blipFill>
          <a:blip r:embed="rId2"/>
          <a:stretch>
            <a:fillRect/>
          </a:stretch>
        </p:blipFill>
        <p:spPr>
          <a:xfrm>
            <a:off x="0" y="0"/>
            <a:ext cx="6601097" cy="6774570"/>
          </a:xfrm>
          <a:prstGeom prst="rect">
            <a:avLst/>
          </a:prstGeom>
        </p:spPr>
      </p:pic>
    </p:spTree>
    <p:extLst>
      <p:ext uri="{BB962C8B-B14F-4D97-AF65-F5344CB8AC3E}">
        <p14:creationId xmlns:p14="http://schemas.microsoft.com/office/powerpoint/2010/main" val="352041251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38AF39-75B6-DC60-0A21-73291B7D2EE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0132DB-DB81-D7D2-FA75-BD461E76B4C8}"/>
              </a:ext>
            </a:extLst>
          </p:cNvPr>
          <p:cNvSpPr>
            <a:spLocks noGrp="1"/>
          </p:cNvSpPr>
          <p:nvPr>
            <p:ph type="title"/>
          </p:nvPr>
        </p:nvSpPr>
        <p:spPr/>
        <p:txBody>
          <a:bodyPr/>
          <a:lstStyle/>
          <a:p>
            <a:r>
              <a:rPr lang="en-AT" dirty="0"/>
              <a:t>Key features</a:t>
            </a:r>
          </a:p>
        </p:txBody>
      </p:sp>
      <p:sp>
        <p:nvSpPr>
          <p:cNvPr id="3" name="Content Placeholder 2">
            <a:extLst>
              <a:ext uri="{FF2B5EF4-FFF2-40B4-BE49-F238E27FC236}">
                <a16:creationId xmlns:a16="http://schemas.microsoft.com/office/drawing/2014/main" id="{08EB611F-9F30-6C0C-4B2F-7397F07A96D8}"/>
              </a:ext>
            </a:extLst>
          </p:cNvPr>
          <p:cNvSpPr>
            <a:spLocks noGrp="1"/>
          </p:cNvSpPr>
          <p:nvPr>
            <p:ph idx="1"/>
          </p:nvPr>
        </p:nvSpPr>
        <p:spPr/>
        <p:txBody>
          <a:bodyPr/>
          <a:lstStyle/>
          <a:p>
            <a:r>
              <a:rPr lang="en-AT" dirty="0"/>
              <a:t>Distributed and Scalable</a:t>
            </a:r>
          </a:p>
          <a:p>
            <a:r>
              <a:rPr lang="en-AT" dirty="0"/>
              <a:t>Real-Time Data Analysis</a:t>
            </a:r>
          </a:p>
          <a:p>
            <a:r>
              <a:rPr lang="en-AT" dirty="0"/>
              <a:t>Full-Text Search</a:t>
            </a:r>
          </a:p>
          <a:p>
            <a:r>
              <a:rPr lang="en-AT" dirty="0"/>
              <a:t>RESTful API</a:t>
            </a:r>
          </a:p>
          <a:p>
            <a:r>
              <a:rPr lang="en-AT" dirty="0"/>
              <a:t>Schemaless</a:t>
            </a:r>
          </a:p>
          <a:p>
            <a:endParaRPr lang="en-AT" dirty="0"/>
          </a:p>
        </p:txBody>
      </p:sp>
    </p:spTree>
    <p:extLst>
      <p:ext uri="{BB962C8B-B14F-4D97-AF65-F5344CB8AC3E}">
        <p14:creationId xmlns:p14="http://schemas.microsoft.com/office/powerpoint/2010/main" val="63585192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25CF85-E07B-700C-7411-5EDA9FE78D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8F2F72-FB45-7E3B-58A6-59EDFB454BBF}"/>
              </a:ext>
            </a:extLst>
          </p:cNvPr>
          <p:cNvSpPr>
            <a:spLocks noGrp="1"/>
          </p:cNvSpPr>
          <p:nvPr>
            <p:ph type="title"/>
          </p:nvPr>
        </p:nvSpPr>
        <p:spPr/>
        <p:txBody>
          <a:bodyPr/>
          <a:lstStyle/>
          <a:p>
            <a:r>
              <a:rPr lang="en-AT" dirty="0"/>
              <a:t>How does it work</a:t>
            </a:r>
          </a:p>
        </p:txBody>
      </p:sp>
      <p:sp>
        <p:nvSpPr>
          <p:cNvPr id="3" name="Content Placeholder 2">
            <a:extLst>
              <a:ext uri="{FF2B5EF4-FFF2-40B4-BE49-F238E27FC236}">
                <a16:creationId xmlns:a16="http://schemas.microsoft.com/office/drawing/2014/main" id="{28B41B2A-8BD1-3620-F66F-000D059E6569}"/>
              </a:ext>
            </a:extLst>
          </p:cNvPr>
          <p:cNvSpPr>
            <a:spLocks noGrp="1"/>
          </p:cNvSpPr>
          <p:nvPr>
            <p:ph idx="1"/>
          </p:nvPr>
        </p:nvSpPr>
        <p:spPr/>
        <p:txBody>
          <a:bodyPr/>
          <a:lstStyle/>
          <a:p>
            <a:r>
              <a:rPr lang="en-AT" b="1" dirty="0"/>
              <a:t>Indexing</a:t>
            </a:r>
          </a:p>
          <a:p>
            <a:pPr lvl="1"/>
            <a:r>
              <a:rPr lang="en-AT" dirty="0"/>
              <a:t>Data is analysed </a:t>
            </a:r>
            <a:r>
              <a:rPr lang="en-AT" dirty="0">
                <a:sym typeface="Wingdings" pitchFamily="2" charset="2"/>
              </a:rPr>
              <a:t> tokenized  stored in inverted index</a:t>
            </a:r>
          </a:p>
          <a:p>
            <a:pPr lvl="1"/>
            <a:endParaRPr lang="en-AT" dirty="0">
              <a:sym typeface="Wingdings" pitchFamily="2" charset="2"/>
            </a:endParaRPr>
          </a:p>
          <a:p>
            <a:pPr lvl="1"/>
            <a:endParaRPr lang="en-AT" dirty="0">
              <a:sym typeface="Wingdings" pitchFamily="2" charset="2"/>
            </a:endParaRPr>
          </a:p>
          <a:p>
            <a:pPr lvl="1"/>
            <a:endParaRPr lang="en-AT" dirty="0">
              <a:sym typeface="Wingdings" pitchFamily="2" charset="2"/>
            </a:endParaRPr>
          </a:p>
          <a:p>
            <a:pPr lvl="1"/>
            <a:endParaRPr lang="en-AT" dirty="0">
              <a:sym typeface="Wingdings" pitchFamily="2" charset="2"/>
            </a:endParaRPr>
          </a:p>
          <a:p>
            <a:pPr lvl="1"/>
            <a:endParaRPr lang="en-AT" dirty="0">
              <a:sym typeface="Wingdings" pitchFamily="2" charset="2"/>
            </a:endParaRPr>
          </a:p>
          <a:p>
            <a:pPr lvl="1"/>
            <a:r>
              <a:rPr lang="en-AT" dirty="0">
                <a:sym typeface="Wingdings" pitchFamily="2" charset="2"/>
              </a:rPr>
              <a:t>Instant lookups without scanning every record</a:t>
            </a:r>
            <a:endParaRPr lang="en-AT" dirty="0"/>
          </a:p>
          <a:p>
            <a:endParaRPr lang="en-AT" dirty="0"/>
          </a:p>
        </p:txBody>
      </p:sp>
      <p:grpSp>
        <p:nvGrpSpPr>
          <p:cNvPr id="11" name="Group 10">
            <a:extLst>
              <a:ext uri="{FF2B5EF4-FFF2-40B4-BE49-F238E27FC236}">
                <a16:creationId xmlns:a16="http://schemas.microsoft.com/office/drawing/2014/main" id="{C2472689-7A41-A70C-5E9C-CDCB03381588}"/>
              </a:ext>
            </a:extLst>
          </p:cNvPr>
          <p:cNvGrpSpPr/>
          <p:nvPr/>
        </p:nvGrpSpPr>
        <p:grpSpPr>
          <a:xfrm>
            <a:off x="251150" y="3072809"/>
            <a:ext cx="3013046" cy="712381"/>
            <a:chOff x="251149" y="3306726"/>
            <a:chExt cx="3461657" cy="826735"/>
          </a:xfrm>
        </p:grpSpPr>
        <p:sp>
          <p:nvSpPr>
            <p:cNvPr id="10" name="Rectangle 9">
              <a:extLst>
                <a:ext uri="{FF2B5EF4-FFF2-40B4-BE49-F238E27FC236}">
                  <a16:creationId xmlns:a16="http://schemas.microsoft.com/office/drawing/2014/main" id="{7CDBC851-880E-EACC-7E51-2912EACCF5E0}"/>
                </a:ext>
              </a:extLst>
            </p:cNvPr>
            <p:cNvSpPr/>
            <p:nvPr/>
          </p:nvSpPr>
          <p:spPr>
            <a:xfrm>
              <a:off x="251149" y="3306726"/>
              <a:ext cx="3461657" cy="826735"/>
            </a:xfrm>
            <a:prstGeom prst="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pic>
          <p:nvPicPr>
            <p:cNvPr id="7" name="Picture 6">
              <a:extLst>
                <a:ext uri="{FF2B5EF4-FFF2-40B4-BE49-F238E27FC236}">
                  <a16:creationId xmlns:a16="http://schemas.microsoft.com/office/drawing/2014/main" id="{E1D9A5AF-BA1F-16E8-8A10-17FCC7E07E7B}"/>
                </a:ext>
              </a:extLst>
            </p:cNvPr>
            <p:cNvPicPr>
              <a:picLocks noChangeAspect="1"/>
            </p:cNvPicPr>
            <p:nvPr/>
          </p:nvPicPr>
          <p:blipFill>
            <a:blip r:embed="rId3"/>
            <a:stretch>
              <a:fillRect/>
            </a:stretch>
          </p:blipFill>
          <p:spPr>
            <a:xfrm>
              <a:off x="334347" y="3387308"/>
              <a:ext cx="3295260" cy="647945"/>
            </a:xfrm>
            <a:prstGeom prst="rect">
              <a:avLst/>
            </a:prstGeom>
          </p:spPr>
        </p:pic>
      </p:grpSp>
      <p:sp>
        <p:nvSpPr>
          <p:cNvPr id="12" name="Rectangle 11">
            <a:extLst>
              <a:ext uri="{FF2B5EF4-FFF2-40B4-BE49-F238E27FC236}">
                <a16:creationId xmlns:a16="http://schemas.microsoft.com/office/drawing/2014/main" id="{5704C072-59A8-AEFE-45B6-284B7BBD56D5}"/>
              </a:ext>
            </a:extLst>
          </p:cNvPr>
          <p:cNvSpPr/>
          <p:nvPr/>
        </p:nvSpPr>
        <p:spPr>
          <a:xfrm>
            <a:off x="3494675" y="3072809"/>
            <a:ext cx="3355829" cy="712382"/>
          </a:xfrm>
          <a:prstGeom prst="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dirty="0"/>
          </a:p>
        </p:txBody>
      </p:sp>
      <p:grpSp>
        <p:nvGrpSpPr>
          <p:cNvPr id="25" name="Group 24">
            <a:extLst>
              <a:ext uri="{FF2B5EF4-FFF2-40B4-BE49-F238E27FC236}">
                <a16:creationId xmlns:a16="http://schemas.microsoft.com/office/drawing/2014/main" id="{A92F3C1E-8B2D-79AD-95FA-84F25EBD56AD}"/>
              </a:ext>
            </a:extLst>
          </p:cNvPr>
          <p:cNvGrpSpPr/>
          <p:nvPr/>
        </p:nvGrpSpPr>
        <p:grpSpPr>
          <a:xfrm>
            <a:off x="7034164" y="2771844"/>
            <a:ext cx="2645879" cy="1522638"/>
            <a:chOff x="6964959" y="3994588"/>
            <a:chExt cx="2645879" cy="1522638"/>
          </a:xfrm>
        </p:grpSpPr>
        <p:sp>
          <p:nvSpPr>
            <p:cNvPr id="23" name="Rectangle 22">
              <a:extLst>
                <a:ext uri="{FF2B5EF4-FFF2-40B4-BE49-F238E27FC236}">
                  <a16:creationId xmlns:a16="http://schemas.microsoft.com/office/drawing/2014/main" id="{AD736C13-2413-9561-0668-08F3D0D24DEE}"/>
                </a:ext>
              </a:extLst>
            </p:cNvPr>
            <p:cNvSpPr/>
            <p:nvPr/>
          </p:nvSpPr>
          <p:spPr>
            <a:xfrm>
              <a:off x="6964959" y="3994588"/>
              <a:ext cx="2645879" cy="1522638"/>
            </a:xfrm>
            <a:prstGeom prst="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dirty="0"/>
            </a:p>
          </p:txBody>
        </p:sp>
        <p:pic>
          <p:nvPicPr>
            <p:cNvPr id="24" name="Picture 23">
              <a:extLst>
                <a:ext uri="{FF2B5EF4-FFF2-40B4-BE49-F238E27FC236}">
                  <a16:creationId xmlns:a16="http://schemas.microsoft.com/office/drawing/2014/main" id="{A0677A90-797C-7C1F-2BF1-82B5EEFFA5AA}"/>
                </a:ext>
              </a:extLst>
            </p:cNvPr>
            <p:cNvPicPr>
              <a:picLocks noChangeAspect="1"/>
            </p:cNvPicPr>
            <p:nvPr/>
          </p:nvPicPr>
          <p:blipFill>
            <a:blip r:embed="rId4"/>
            <a:stretch>
              <a:fillRect/>
            </a:stretch>
          </p:blipFill>
          <p:spPr>
            <a:xfrm>
              <a:off x="7011321" y="4099888"/>
              <a:ext cx="2553153" cy="1312037"/>
            </a:xfrm>
            <a:prstGeom prst="rect">
              <a:avLst/>
            </a:prstGeom>
          </p:spPr>
        </p:pic>
      </p:grpSp>
      <p:pic>
        <p:nvPicPr>
          <p:cNvPr id="5" name="Picture 4">
            <a:extLst>
              <a:ext uri="{FF2B5EF4-FFF2-40B4-BE49-F238E27FC236}">
                <a16:creationId xmlns:a16="http://schemas.microsoft.com/office/drawing/2014/main" id="{3FBDF86E-2174-CF34-E191-82A30BE8D9C1}"/>
              </a:ext>
            </a:extLst>
          </p:cNvPr>
          <p:cNvPicPr>
            <a:picLocks noChangeAspect="1"/>
          </p:cNvPicPr>
          <p:nvPr/>
        </p:nvPicPr>
        <p:blipFill>
          <a:blip r:embed="rId5"/>
          <a:stretch>
            <a:fillRect/>
          </a:stretch>
        </p:blipFill>
        <p:spPr>
          <a:xfrm>
            <a:off x="3549779" y="3170889"/>
            <a:ext cx="3181489" cy="487118"/>
          </a:xfrm>
          <a:prstGeom prst="rect">
            <a:avLst/>
          </a:prstGeom>
        </p:spPr>
      </p:pic>
    </p:spTree>
    <p:extLst>
      <p:ext uri="{BB962C8B-B14F-4D97-AF65-F5344CB8AC3E}">
        <p14:creationId xmlns:p14="http://schemas.microsoft.com/office/powerpoint/2010/main" val="21176881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2" presetClass="entr" presetSubtype="4"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 calcmode="lin" valueType="num">
                                      <p:cBhvr additive="base">
                                        <p:cTn id="12" dur="500"/>
                                        <p:tgtEl>
                                          <p:spTgt spid="3">
                                            <p:txEl>
                                              <p:pRg st="1" end="1"/>
                                            </p:txEl>
                                          </p:spTgt>
                                        </p:tgtEl>
                                        <p:attrNameLst>
                                          <p:attrName>ppt_y</p:attrName>
                                        </p:attrNameLst>
                                      </p:cBhvr>
                                      <p:tavLst>
                                        <p:tav tm="0">
                                          <p:val>
                                            <p:strVal val="#ppt_y+#ppt_h*1.125000"/>
                                          </p:val>
                                        </p:tav>
                                        <p:tav tm="100000">
                                          <p:val>
                                            <p:strVal val="#ppt_y"/>
                                          </p:val>
                                        </p:tav>
                                      </p:tavLst>
                                    </p:anim>
                                    <p:animEffect transition="in" filter="wipe(up)">
                                      <p:cBhvr>
                                        <p:cTn id="13" dur="500"/>
                                        <p:tgtEl>
                                          <p:spTgt spid="3">
                                            <p:txEl>
                                              <p:pRg st="1" end="1"/>
                                            </p:txEl>
                                          </p:spTgt>
                                        </p:tgtEl>
                                      </p:cBhvr>
                                    </p:animEffect>
                                  </p:childTnLst>
                                </p:cTn>
                              </p:par>
                            </p:childTnLst>
                          </p:cTn>
                        </p:par>
                        <p:par>
                          <p:cTn id="14" fill="hold">
                            <p:stCondLst>
                              <p:cond delay="500"/>
                            </p:stCondLst>
                            <p:childTnLst>
                              <p:par>
                                <p:cTn id="15" presetID="2" presetClass="entr" presetSubtype="4" fill="hold" nodeType="afterEffect">
                                  <p:stCondLst>
                                    <p:cond delay="0"/>
                                  </p:stCondLst>
                                  <p:childTnLst>
                                    <p:set>
                                      <p:cBhvr>
                                        <p:cTn id="16" dur="1" fill="hold">
                                          <p:stCondLst>
                                            <p:cond delay="0"/>
                                          </p:stCondLst>
                                        </p:cTn>
                                        <p:tgtEl>
                                          <p:spTgt spid="3">
                                            <p:txEl>
                                              <p:pRg st="7" end="7"/>
                                            </p:txEl>
                                          </p:spTgt>
                                        </p:tgtEl>
                                        <p:attrNameLst>
                                          <p:attrName>style.visibility</p:attrName>
                                        </p:attrNameLst>
                                      </p:cBhvr>
                                      <p:to>
                                        <p:strVal val="visible"/>
                                      </p:to>
                                    </p:set>
                                    <p:anim calcmode="lin" valueType="num">
                                      <p:cBhvr additive="base">
                                        <p:cTn id="17"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BE6DE9-5604-5267-065F-C7B04FA325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C06466A-74F4-09F4-F537-346D6C7CE7A9}"/>
              </a:ext>
            </a:extLst>
          </p:cNvPr>
          <p:cNvSpPr>
            <a:spLocks noGrp="1"/>
          </p:cNvSpPr>
          <p:nvPr>
            <p:ph type="title"/>
          </p:nvPr>
        </p:nvSpPr>
        <p:spPr/>
        <p:txBody>
          <a:bodyPr/>
          <a:lstStyle/>
          <a:p>
            <a:r>
              <a:rPr lang="en-AT" dirty="0"/>
              <a:t>How does it work</a:t>
            </a:r>
          </a:p>
        </p:txBody>
      </p:sp>
      <p:sp>
        <p:nvSpPr>
          <p:cNvPr id="3" name="Content Placeholder 2">
            <a:extLst>
              <a:ext uri="{FF2B5EF4-FFF2-40B4-BE49-F238E27FC236}">
                <a16:creationId xmlns:a16="http://schemas.microsoft.com/office/drawing/2014/main" id="{28EC7F02-D29B-9C3C-5C30-A23A3798E072}"/>
              </a:ext>
            </a:extLst>
          </p:cNvPr>
          <p:cNvSpPr>
            <a:spLocks noGrp="1"/>
          </p:cNvSpPr>
          <p:nvPr>
            <p:ph idx="1"/>
          </p:nvPr>
        </p:nvSpPr>
        <p:spPr/>
        <p:txBody>
          <a:bodyPr/>
          <a:lstStyle/>
          <a:p>
            <a:r>
              <a:rPr lang="en-AT" b="1" dirty="0"/>
              <a:t>Queying</a:t>
            </a:r>
          </a:p>
          <a:p>
            <a:pPr lvl="1"/>
            <a:r>
              <a:rPr lang="en-AT" dirty="0"/>
              <a:t>Client send JSON-based Query DSL request via REST API</a:t>
            </a:r>
          </a:p>
          <a:p>
            <a:pPr lvl="1"/>
            <a:r>
              <a:rPr lang="en-AT" dirty="0"/>
              <a:t>Full-text match, fuzzy, bool, range, geo and aggregation queries</a:t>
            </a:r>
          </a:p>
        </p:txBody>
      </p:sp>
      <p:pic>
        <p:nvPicPr>
          <p:cNvPr id="4" name="Picture 3">
            <a:extLst>
              <a:ext uri="{FF2B5EF4-FFF2-40B4-BE49-F238E27FC236}">
                <a16:creationId xmlns:a16="http://schemas.microsoft.com/office/drawing/2014/main" id="{21925FC9-D62F-CCF3-3ACF-0341D0A831BF}"/>
              </a:ext>
            </a:extLst>
          </p:cNvPr>
          <p:cNvPicPr>
            <a:picLocks noChangeAspect="1"/>
          </p:cNvPicPr>
          <p:nvPr/>
        </p:nvPicPr>
        <p:blipFill>
          <a:blip r:embed="rId3"/>
          <a:stretch>
            <a:fillRect/>
          </a:stretch>
        </p:blipFill>
        <p:spPr>
          <a:xfrm>
            <a:off x="838200" y="3256128"/>
            <a:ext cx="7311936" cy="2613043"/>
          </a:xfrm>
          <a:prstGeom prst="rect">
            <a:avLst/>
          </a:prstGeom>
        </p:spPr>
      </p:pic>
    </p:spTree>
    <p:extLst>
      <p:ext uri="{BB962C8B-B14F-4D97-AF65-F5344CB8AC3E}">
        <p14:creationId xmlns:p14="http://schemas.microsoft.com/office/powerpoint/2010/main" val="62067031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B2B20B-3DEC-9217-4354-AA82BA6C28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993BFEF-7E89-0A91-5B6B-F228A46DB0DC}"/>
              </a:ext>
            </a:extLst>
          </p:cNvPr>
          <p:cNvSpPr>
            <a:spLocks noGrp="1"/>
          </p:cNvSpPr>
          <p:nvPr>
            <p:ph type="title"/>
          </p:nvPr>
        </p:nvSpPr>
        <p:spPr/>
        <p:txBody>
          <a:bodyPr/>
          <a:lstStyle/>
          <a:p>
            <a:r>
              <a:rPr lang="en-AT" dirty="0"/>
              <a:t>How does it work</a:t>
            </a:r>
          </a:p>
        </p:txBody>
      </p:sp>
      <p:sp>
        <p:nvSpPr>
          <p:cNvPr id="3" name="Content Placeholder 2">
            <a:extLst>
              <a:ext uri="{FF2B5EF4-FFF2-40B4-BE49-F238E27FC236}">
                <a16:creationId xmlns:a16="http://schemas.microsoft.com/office/drawing/2014/main" id="{910646B5-1CC7-DEFE-48BF-9E01221E6336}"/>
              </a:ext>
            </a:extLst>
          </p:cNvPr>
          <p:cNvSpPr>
            <a:spLocks noGrp="1"/>
          </p:cNvSpPr>
          <p:nvPr>
            <p:ph idx="1"/>
          </p:nvPr>
        </p:nvSpPr>
        <p:spPr/>
        <p:txBody>
          <a:bodyPr/>
          <a:lstStyle/>
          <a:p>
            <a:r>
              <a:rPr lang="en-AT" b="1" dirty="0"/>
              <a:t>Sharding and Replication</a:t>
            </a:r>
          </a:p>
          <a:p>
            <a:pPr lvl="1"/>
            <a:r>
              <a:rPr lang="en-AT" dirty="0"/>
              <a:t>An Index split into shards distributed across nodes</a:t>
            </a:r>
          </a:p>
          <a:p>
            <a:pPr lvl="1"/>
            <a:r>
              <a:rPr lang="en-AT" dirty="0"/>
              <a:t>Replicas of shard as backup</a:t>
            </a:r>
          </a:p>
          <a:p>
            <a:r>
              <a:rPr lang="en-AT" b="1" dirty="0"/>
              <a:t>Distributed Search</a:t>
            </a:r>
          </a:p>
          <a:p>
            <a:pPr lvl="1"/>
            <a:r>
              <a:rPr lang="en-AT" dirty="0"/>
              <a:t>ES communicates with all nodes in the cluster to fetch all relevant data</a:t>
            </a:r>
          </a:p>
          <a:p>
            <a:pPr lvl="1"/>
            <a:r>
              <a:rPr lang="en-AT" dirty="0"/>
              <a:t>Node requests are parrallel and the results are merged together</a:t>
            </a:r>
          </a:p>
        </p:txBody>
      </p:sp>
    </p:spTree>
    <p:extLst>
      <p:ext uri="{BB962C8B-B14F-4D97-AF65-F5344CB8AC3E}">
        <p14:creationId xmlns:p14="http://schemas.microsoft.com/office/powerpoint/2010/main" val="54417333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3228D6-31B1-07E6-520F-37294ED8F25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B82D02-E8C8-5979-CAB1-CEE7C5B9F85A}"/>
              </a:ext>
            </a:extLst>
          </p:cNvPr>
          <p:cNvSpPr>
            <a:spLocks noGrp="1"/>
          </p:cNvSpPr>
          <p:nvPr>
            <p:ph type="title"/>
          </p:nvPr>
        </p:nvSpPr>
        <p:spPr/>
        <p:txBody>
          <a:bodyPr/>
          <a:lstStyle/>
          <a:p>
            <a:r>
              <a:rPr lang="en-AT" dirty="0"/>
              <a:t>Query Language &amp; API</a:t>
            </a:r>
          </a:p>
        </p:txBody>
      </p:sp>
      <p:sp>
        <p:nvSpPr>
          <p:cNvPr id="3" name="Content Placeholder 2">
            <a:extLst>
              <a:ext uri="{FF2B5EF4-FFF2-40B4-BE49-F238E27FC236}">
                <a16:creationId xmlns:a16="http://schemas.microsoft.com/office/drawing/2014/main" id="{FEA99B1F-6DFD-C149-C1C4-04BBBD5B085E}"/>
              </a:ext>
            </a:extLst>
          </p:cNvPr>
          <p:cNvSpPr>
            <a:spLocks noGrp="1"/>
          </p:cNvSpPr>
          <p:nvPr>
            <p:ph idx="1"/>
          </p:nvPr>
        </p:nvSpPr>
        <p:spPr/>
        <p:txBody>
          <a:bodyPr/>
          <a:lstStyle/>
          <a:p>
            <a:r>
              <a:rPr lang="en-AT" b="1" dirty="0"/>
              <a:t>RESTful API</a:t>
            </a:r>
          </a:p>
          <a:p>
            <a:pPr lvl="1"/>
            <a:r>
              <a:rPr lang="en-AT" dirty="0"/>
              <a:t>Operation carried out via HTTP Request (GET, POST, PUT, DELETE)</a:t>
            </a:r>
          </a:p>
          <a:p>
            <a:r>
              <a:rPr lang="en-AT" b="1" dirty="0"/>
              <a:t>Query DSL</a:t>
            </a:r>
          </a:p>
          <a:p>
            <a:pPr lvl="1"/>
            <a:r>
              <a:rPr lang="en-AT" dirty="0"/>
              <a:t>JSON domain-specific language for building queries</a:t>
            </a:r>
          </a:p>
          <a:p>
            <a:pPr lvl="1"/>
            <a:r>
              <a:rPr lang="en-AT" dirty="0"/>
              <a:t>Types: </a:t>
            </a:r>
            <a:r>
              <a:rPr lang="en-AT" b="1" dirty="0"/>
              <a:t>match</a:t>
            </a:r>
            <a:r>
              <a:rPr lang="en-AT" dirty="0"/>
              <a:t> (full-text), </a:t>
            </a:r>
            <a:r>
              <a:rPr lang="en-AT" b="1" dirty="0"/>
              <a:t>term</a:t>
            </a:r>
            <a:r>
              <a:rPr lang="en-AT" dirty="0"/>
              <a:t> (exact), </a:t>
            </a:r>
            <a:r>
              <a:rPr lang="en-AT" b="1" dirty="0"/>
              <a:t>bool</a:t>
            </a:r>
            <a:r>
              <a:rPr lang="en-AT" dirty="0"/>
              <a:t> ( compound), </a:t>
            </a:r>
            <a:r>
              <a:rPr lang="en-AT" b="1" dirty="0"/>
              <a:t>range</a:t>
            </a:r>
            <a:r>
              <a:rPr lang="en-AT" dirty="0"/>
              <a:t> (numeric, date), </a:t>
            </a:r>
            <a:r>
              <a:rPr lang="en-AT" b="1" dirty="0"/>
              <a:t>fuzzy</a:t>
            </a:r>
            <a:r>
              <a:rPr lang="en-AT" dirty="0"/>
              <a:t> and </a:t>
            </a:r>
            <a:r>
              <a:rPr lang="en-AT" b="1" dirty="0"/>
              <a:t>aggs </a:t>
            </a:r>
            <a:r>
              <a:rPr lang="en-AT" dirty="0"/>
              <a:t>(aggreagation)</a:t>
            </a:r>
            <a:endParaRPr lang="en-AT" b="1" dirty="0"/>
          </a:p>
          <a:p>
            <a:endParaRPr lang="en-AT" dirty="0"/>
          </a:p>
        </p:txBody>
      </p:sp>
      <p:pic>
        <p:nvPicPr>
          <p:cNvPr id="6" name="Picture 5">
            <a:extLst>
              <a:ext uri="{FF2B5EF4-FFF2-40B4-BE49-F238E27FC236}">
                <a16:creationId xmlns:a16="http://schemas.microsoft.com/office/drawing/2014/main" id="{7AE6EA4D-8EFC-6B0A-7623-0882F103D034}"/>
              </a:ext>
            </a:extLst>
          </p:cNvPr>
          <p:cNvPicPr>
            <a:picLocks noChangeAspect="1"/>
          </p:cNvPicPr>
          <p:nvPr/>
        </p:nvPicPr>
        <p:blipFill>
          <a:blip r:embed="rId3"/>
          <a:stretch>
            <a:fillRect/>
          </a:stretch>
        </p:blipFill>
        <p:spPr>
          <a:xfrm>
            <a:off x="1010388" y="4267051"/>
            <a:ext cx="3221369" cy="2400832"/>
          </a:xfrm>
          <a:prstGeom prst="rect">
            <a:avLst/>
          </a:prstGeom>
        </p:spPr>
      </p:pic>
    </p:spTree>
    <p:extLst>
      <p:ext uri="{BB962C8B-B14F-4D97-AF65-F5344CB8AC3E}">
        <p14:creationId xmlns:p14="http://schemas.microsoft.com/office/powerpoint/2010/main" val="260665167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C6A573-1AC3-D042-0B50-81529EE2742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ED723F-C4A8-951A-187D-4B4CE4CC4A71}"/>
              </a:ext>
            </a:extLst>
          </p:cNvPr>
          <p:cNvSpPr>
            <a:spLocks noGrp="1"/>
          </p:cNvSpPr>
          <p:nvPr>
            <p:ph type="title"/>
          </p:nvPr>
        </p:nvSpPr>
        <p:spPr/>
        <p:txBody>
          <a:bodyPr/>
          <a:lstStyle/>
          <a:p>
            <a:r>
              <a:rPr lang="en-AT" dirty="0"/>
              <a:t>Query Language &amp; API</a:t>
            </a:r>
          </a:p>
        </p:txBody>
      </p:sp>
      <p:pic>
        <p:nvPicPr>
          <p:cNvPr id="4" name="Content Placeholder 3">
            <a:extLst>
              <a:ext uri="{FF2B5EF4-FFF2-40B4-BE49-F238E27FC236}">
                <a16:creationId xmlns:a16="http://schemas.microsoft.com/office/drawing/2014/main" id="{4AEF158B-5C4E-5939-D936-A8218FEB23BD}"/>
              </a:ext>
            </a:extLst>
          </p:cNvPr>
          <p:cNvPicPr>
            <a:picLocks noGrp="1" noChangeAspect="1"/>
          </p:cNvPicPr>
          <p:nvPr>
            <p:ph idx="1"/>
          </p:nvPr>
        </p:nvPicPr>
        <p:blipFill>
          <a:blip r:embed="rId3"/>
          <a:stretch>
            <a:fillRect/>
          </a:stretch>
        </p:blipFill>
        <p:spPr>
          <a:xfrm>
            <a:off x="3970079" y="1690688"/>
            <a:ext cx="2675269" cy="5073224"/>
          </a:xfrm>
          <a:prstGeom prst="rect">
            <a:avLst/>
          </a:prstGeom>
        </p:spPr>
      </p:pic>
    </p:spTree>
    <p:extLst>
      <p:ext uri="{BB962C8B-B14F-4D97-AF65-F5344CB8AC3E}">
        <p14:creationId xmlns:p14="http://schemas.microsoft.com/office/powerpoint/2010/main" val="390015617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75DA51-6F69-6DCC-3408-D8DE54DFF94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6CD2EA0-789F-CFA0-2CD6-178F567FFBDA}"/>
              </a:ext>
            </a:extLst>
          </p:cNvPr>
          <p:cNvSpPr>
            <a:spLocks noGrp="1"/>
          </p:cNvSpPr>
          <p:nvPr>
            <p:ph type="title"/>
          </p:nvPr>
        </p:nvSpPr>
        <p:spPr/>
        <p:txBody>
          <a:bodyPr/>
          <a:lstStyle/>
          <a:p>
            <a:r>
              <a:rPr lang="en-AT" dirty="0"/>
              <a:t>Usecases</a:t>
            </a:r>
          </a:p>
        </p:txBody>
      </p:sp>
      <p:sp>
        <p:nvSpPr>
          <p:cNvPr id="3" name="Content Placeholder 2">
            <a:extLst>
              <a:ext uri="{FF2B5EF4-FFF2-40B4-BE49-F238E27FC236}">
                <a16:creationId xmlns:a16="http://schemas.microsoft.com/office/drawing/2014/main" id="{FC178D33-E7F1-F23A-7FC9-24A90C432238}"/>
              </a:ext>
            </a:extLst>
          </p:cNvPr>
          <p:cNvSpPr>
            <a:spLocks noGrp="1"/>
          </p:cNvSpPr>
          <p:nvPr>
            <p:ph idx="1"/>
          </p:nvPr>
        </p:nvSpPr>
        <p:spPr/>
        <p:txBody>
          <a:bodyPr/>
          <a:lstStyle/>
          <a:p>
            <a:r>
              <a:rPr lang="en-AT" dirty="0"/>
              <a:t>Application with search functionality</a:t>
            </a:r>
          </a:p>
          <a:p>
            <a:pPr lvl="1"/>
            <a:r>
              <a:rPr lang="en-AT" dirty="0"/>
              <a:t>Blog posts, Product catalogs, log files, …</a:t>
            </a:r>
          </a:p>
          <a:p>
            <a:r>
              <a:rPr lang="en-AT" dirty="0"/>
              <a:t>Log and Event Data Analysis</a:t>
            </a:r>
          </a:p>
          <a:p>
            <a:pPr lvl="1"/>
            <a:r>
              <a:rPr lang="en-GB" dirty="0"/>
              <a:t>R</a:t>
            </a:r>
            <a:r>
              <a:rPr lang="en-AT" dirty="0"/>
              <a:t>eal-time analysis</a:t>
            </a:r>
          </a:p>
          <a:p>
            <a:pPr lvl="1"/>
            <a:r>
              <a:rPr lang="en-AT" dirty="0"/>
              <a:t>Detect anomalies</a:t>
            </a:r>
          </a:p>
          <a:p>
            <a:r>
              <a:rPr lang="en-AT" dirty="0"/>
              <a:t>Business Analytics</a:t>
            </a:r>
          </a:p>
          <a:p>
            <a:r>
              <a:rPr lang="en-AT" dirty="0"/>
              <a:t>Geospatial Search</a:t>
            </a:r>
          </a:p>
        </p:txBody>
      </p:sp>
      <p:sp>
        <p:nvSpPr>
          <p:cNvPr id="4" name="TextBox 3">
            <a:extLst>
              <a:ext uri="{FF2B5EF4-FFF2-40B4-BE49-F238E27FC236}">
                <a16:creationId xmlns:a16="http://schemas.microsoft.com/office/drawing/2014/main" id="{6DAE37E7-D276-B9B4-2E2B-5569C1D71806}"/>
              </a:ext>
            </a:extLst>
          </p:cNvPr>
          <p:cNvSpPr txBox="1"/>
          <p:nvPr/>
        </p:nvSpPr>
        <p:spPr>
          <a:xfrm>
            <a:off x="1786270" y="2743200"/>
            <a:ext cx="184731" cy="369332"/>
          </a:xfrm>
          <a:prstGeom prst="rect">
            <a:avLst/>
          </a:prstGeom>
          <a:noFill/>
        </p:spPr>
        <p:txBody>
          <a:bodyPr wrap="none" rtlCol="0">
            <a:spAutoFit/>
          </a:bodyPr>
          <a:lstStyle/>
          <a:p>
            <a:endParaRPr lang="en-AT" dirty="0"/>
          </a:p>
        </p:txBody>
      </p:sp>
    </p:spTree>
    <p:extLst>
      <p:ext uri="{BB962C8B-B14F-4D97-AF65-F5344CB8AC3E}">
        <p14:creationId xmlns:p14="http://schemas.microsoft.com/office/powerpoint/2010/main" val="112055784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5532FC-0F7F-FC65-BE78-DF618C2E3F98}"/>
              </a:ext>
            </a:extLst>
          </p:cNvPr>
          <p:cNvSpPr>
            <a:spLocks noGrp="1"/>
          </p:cNvSpPr>
          <p:nvPr>
            <p:ph type="title"/>
          </p:nvPr>
        </p:nvSpPr>
        <p:spPr/>
        <p:txBody>
          <a:bodyPr/>
          <a:lstStyle/>
          <a:p>
            <a:r>
              <a:rPr lang="en-AT" dirty="0"/>
              <a:t>Advanteges &amp; Disadvanteges</a:t>
            </a:r>
          </a:p>
        </p:txBody>
      </p:sp>
      <p:sp>
        <p:nvSpPr>
          <p:cNvPr id="3" name="Content Placeholder 2">
            <a:extLst>
              <a:ext uri="{FF2B5EF4-FFF2-40B4-BE49-F238E27FC236}">
                <a16:creationId xmlns:a16="http://schemas.microsoft.com/office/drawing/2014/main" id="{D18ED2D2-F5EB-D9EA-33EE-C825247E4685}"/>
              </a:ext>
            </a:extLst>
          </p:cNvPr>
          <p:cNvSpPr>
            <a:spLocks noGrp="1"/>
          </p:cNvSpPr>
          <p:nvPr>
            <p:ph sz="half" idx="1"/>
          </p:nvPr>
        </p:nvSpPr>
        <p:spPr/>
        <p:txBody>
          <a:bodyPr/>
          <a:lstStyle/>
          <a:p>
            <a:pPr>
              <a:buFont typeface="Wingdings" pitchFamily="2" charset="2"/>
              <a:buChar char="ü"/>
            </a:pPr>
            <a:r>
              <a:rPr lang="en-AT" dirty="0"/>
              <a:t>Horizontal scalability</a:t>
            </a:r>
          </a:p>
          <a:p>
            <a:pPr>
              <a:buFont typeface="Wingdings" pitchFamily="2" charset="2"/>
              <a:buChar char="ü"/>
            </a:pPr>
            <a:r>
              <a:rPr lang="en-AT" dirty="0"/>
              <a:t>Real-time search and analytics</a:t>
            </a:r>
          </a:p>
          <a:p>
            <a:pPr>
              <a:buFont typeface="Wingdings" pitchFamily="2" charset="2"/>
              <a:buChar char="ü"/>
            </a:pPr>
            <a:r>
              <a:rPr lang="en-AT" dirty="0"/>
              <a:t>Different Methods to query data (with Query DSL)</a:t>
            </a:r>
          </a:p>
          <a:p>
            <a:pPr>
              <a:buFont typeface="Wingdings" pitchFamily="2" charset="2"/>
              <a:buChar char="ü"/>
            </a:pPr>
            <a:r>
              <a:rPr lang="en-AT" dirty="0"/>
              <a:t>Ecosystem (Kibana)</a:t>
            </a:r>
          </a:p>
        </p:txBody>
      </p:sp>
      <p:sp>
        <p:nvSpPr>
          <p:cNvPr id="4" name="Content Placeholder 3">
            <a:extLst>
              <a:ext uri="{FF2B5EF4-FFF2-40B4-BE49-F238E27FC236}">
                <a16:creationId xmlns:a16="http://schemas.microsoft.com/office/drawing/2014/main" id="{5FA68D11-8F21-7B87-C6B9-D9027C83F746}"/>
              </a:ext>
            </a:extLst>
          </p:cNvPr>
          <p:cNvSpPr>
            <a:spLocks noGrp="1"/>
          </p:cNvSpPr>
          <p:nvPr>
            <p:ph sz="half" idx="2"/>
          </p:nvPr>
        </p:nvSpPr>
        <p:spPr/>
        <p:txBody>
          <a:bodyPr/>
          <a:lstStyle/>
          <a:p>
            <a:pPr>
              <a:buFont typeface="System Font Regular"/>
              <a:buChar char="-"/>
            </a:pPr>
            <a:r>
              <a:rPr lang="en-AT" dirty="0"/>
              <a:t>Complexe Setup</a:t>
            </a:r>
          </a:p>
          <a:p>
            <a:pPr>
              <a:buFont typeface="System Font Regular"/>
              <a:buChar char="-"/>
            </a:pPr>
            <a:r>
              <a:rPr lang="en-AT" dirty="0"/>
              <a:t>Resource intensive</a:t>
            </a:r>
          </a:p>
          <a:p>
            <a:pPr>
              <a:buFont typeface="System Font Regular"/>
              <a:buChar char="-"/>
            </a:pPr>
            <a:r>
              <a:rPr lang="en-AT" dirty="0"/>
              <a:t>No ACID transactions</a:t>
            </a:r>
          </a:p>
          <a:p>
            <a:pPr>
              <a:buFont typeface="System Font Regular"/>
              <a:buChar char="-"/>
            </a:pPr>
            <a:endParaRPr lang="en-AT" dirty="0"/>
          </a:p>
        </p:txBody>
      </p:sp>
    </p:spTree>
    <p:extLst>
      <p:ext uri="{BB962C8B-B14F-4D97-AF65-F5344CB8AC3E}">
        <p14:creationId xmlns:p14="http://schemas.microsoft.com/office/powerpoint/2010/main" val="108676249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E58ECD-E897-708E-68F5-7C5208030D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B41C53-F01C-3330-1189-BE69A9141E53}"/>
              </a:ext>
            </a:extLst>
          </p:cNvPr>
          <p:cNvSpPr>
            <a:spLocks noGrp="1"/>
          </p:cNvSpPr>
          <p:nvPr>
            <p:ph type="title"/>
          </p:nvPr>
        </p:nvSpPr>
        <p:spPr/>
        <p:txBody>
          <a:bodyPr/>
          <a:lstStyle/>
          <a:p>
            <a:r>
              <a:rPr lang="en-AT" dirty="0"/>
              <a:t>Project</a:t>
            </a:r>
          </a:p>
        </p:txBody>
      </p:sp>
      <p:sp>
        <p:nvSpPr>
          <p:cNvPr id="3" name="Content Placeholder 2">
            <a:extLst>
              <a:ext uri="{FF2B5EF4-FFF2-40B4-BE49-F238E27FC236}">
                <a16:creationId xmlns:a16="http://schemas.microsoft.com/office/drawing/2014/main" id="{F28601E1-90B3-5370-A16D-580F502C541E}"/>
              </a:ext>
            </a:extLst>
          </p:cNvPr>
          <p:cNvSpPr>
            <a:spLocks noGrp="1"/>
          </p:cNvSpPr>
          <p:nvPr>
            <p:ph idx="1"/>
          </p:nvPr>
        </p:nvSpPr>
        <p:spPr/>
        <p:txBody>
          <a:bodyPr/>
          <a:lstStyle/>
          <a:p>
            <a:r>
              <a:rPr lang="en-AT" dirty="0"/>
              <a:t>Dataset of the F1 World Championship 1950 – 2024 used</a:t>
            </a:r>
          </a:p>
          <a:p>
            <a:pPr lvl="1"/>
            <a:r>
              <a:rPr lang="en-GB" u="sng" dirty="0">
                <a:hlinkClick r:id="rId3"/>
              </a:rPr>
              <a:t>https://www.kaggle.com/datasets/jtrotman/formula-1-race-data</a:t>
            </a:r>
            <a:endParaRPr lang="en-AT" dirty="0"/>
          </a:p>
          <a:p>
            <a:r>
              <a:rPr lang="en-AT" dirty="0"/>
              <a:t>Load data into Elasticsearch and query with an Python script</a:t>
            </a:r>
          </a:p>
          <a:p>
            <a:r>
              <a:rPr lang="en-AT" dirty="0"/>
              <a:t>Visual data with Kibana</a:t>
            </a:r>
          </a:p>
          <a:p>
            <a:r>
              <a:rPr lang="en-AT" dirty="0"/>
              <a:t>Elasticsearch &amp; Kibana running in a Docker-Container</a:t>
            </a:r>
          </a:p>
          <a:p>
            <a:pPr lvl="1"/>
            <a:r>
              <a:rPr lang="en-AT" dirty="0"/>
              <a:t>ES: </a:t>
            </a:r>
            <a:r>
              <a:rPr lang="en-GB" u="sng" dirty="0">
                <a:hlinkClick r:id="rId4"/>
              </a:rPr>
              <a:t>http://localhost:9200</a:t>
            </a:r>
            <a:r>
              <a:rPr lang="en-GB" dirty="0"/>
              <a:t> </a:t>
            </a:r>
          </a:p>
          <a:p>
            <a:pPr lvl="1"/>
            <a:r>
              <a:rPr lang="en-GB" dirty="0"/>
              <a:t>Kibana: </a:t>
            </a:r>
            <a:r>
              <a:rPr lang="en-GB" u="sng" dirty="0">
                <a:hlinkClick r:id="rId5"/>
              </a:rPr>
              <a:t>http://localhost:5601</a:t>
            </a:r>
            <a:endParaRPr lang="en-AT" dirty="0"/>
          </a:p>
        </p:txBody>
      </p:sp>
      <p:pic>
        <p:nvPicPr>
          <p:cNvPr id="8" name="Picture 7">
            <a:extLst>
              <a:ext uri="{FF2B5EF4-FFF2-40B4-BE49-F238E27FC236}">
                <a16:creationId xmlns:a16="http://schemas.microsoft.com/office/drawing/2014/main" id="{362D83B5-3DD0-9B3F-9D81-7713E41E4EA6}"/>
              </a:ext>
            </a:extLst>
          </p:cNvPr>
          <p:cNvPicPr>
            <a:picLocks noChangeAspect="1"/>
          </p:cNvPicPr>
          <p:nvPr/>
        </p:nvPicPr>
        <p:blipFill>
          <a:blip r:embed="rId6"/>
          <a:stretch>
            <a:fillRect/>
          </a:stretch>
        </p:blipFill>
        <p:spPr>
          <a:xfrm>
            <a:off x="712694" y="5629679"/>
            <a:ext cx="2913984" cy="662949"/>
          </a:xfrm>
          <a:prstGeom prst="rect">
            <a:avLst/>
          </a:prstGeom>
        </p:spPr>
      </p:pic>
      <p:pic>
        <p:nvPicPr>
          <p:cNvPr id="12" name="Graphic 11">
            <a:extLst>
              <a:ext uri="{FF2B5EF4-FFF2-40B4-BE49-F238E27FC236}">
                <a16:creationId xmlns:a16="http://schemas.microsoft.com/office/drawing/2014/main" id="{BBD05838-4320-07E6-5EB6-36445116C1D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209770" y="5438774"/>
            <a:ext cx="970990" cy="970990"/>
          </a:xfrm>
          <a:prstGeom prst="rect">
            <a:avLst/>
          </a:prstGeom>
        </p:spPr>
      </p:pic>
      <p:pic>
        <p:nvPicPr>
          <p:cNvPr id="14" name="Graphic 13">
            <a:extLst>
              <a:ext uri="{FF2B5EF4-FFF2-40B4-BE49-F238E27FC236}">
                <a16:creationId xmlns:a16="http://schemas.microsoft.com/office/drawing/2014/main" id="{4049D9A5-1C5A-88E2-E496-67D931A6EF7E}"/>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668818" y="5348287"/>
            <a:ext cx="1066025" cy="1061477"/>
          </a:xfrm>
          <a:prstGeom prst="rect">
            <a:avLst/>
          </a:prstGeom>
        </p:spPr>
      </p:pic>
    </p:spTree>
    <p:extLst>
      <p:ext uri="{BB962C8B-B14F-4D97-AF65-F5344CB8AC3E}">
        <p14:creationId xmlns:p14="http://schemas.microsoft.com/office/powerpoint/2010/main" val="176774887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B405F2-0145-1E9B-7881-A4E7FD301CC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5C38B5A-A436-392D-AA15-CC0FC774CA32}"/>
              </a:ext>
            </a:extLst>
          </p:cNvPr>
          <p:cNvSpPr>
            <a:spLocks noGrp="1"/>
          </p:cNvSpPr>
          <p:nvPr>
            <p:ph type="title"/>
          </p:nvPr>
        </p:nvSpPr>
        <p:spPr/>
        <p:txBody>
          <a:bodyPr/>
          <a:lstStyle/>
          <a:p>
            <a:r>
              <a:rPr lang="en-AT" dirty="0"/>
              <a:t>Project - </a:t>
            </a:r>
            <a:r>
              <a:rPr lang="en-GB" dirty="0"/>
              <a:t>Procedure</a:t>
            </a:r>
            <a:endParaRPr lang="en-AT" dirty="0"/>
          </a:p>
        </p:txBody>
      </p:sp>
      <p:sp>
        <p:nvSpPr>
          <p:cNvPr id="3" name="Content Placeholder 2">
            <a:extLst>
              <a:ext uri="{FF2B5EF4-FFF2-40B4-BE49-F238E27FC236}">
                <a16:creationId xmlns:a16="http://schemas.microsoft.com/office/drawing/2014/main" id="{A8150E4D-987F-EBD9-2146-AB164FEAB9F7}"/>
              </a:ext>
            </a:extLst>
          </p:cNvPr>
          <p:cNvSpPr>
            <a:spLocks noGrp="1"/>
          </p:cNvSpPr>
          <p:nvPr>
            <p:ph idx="1"/>
          </p:nvPr>
        </p:nvSpPr>
        <p:spPr/>
        <p:txBody>
          <a:bodyPr/>
          <a:lstStyle/>
          <a:p>
            <a:pPr marL="0" indent="0">
              <a:buNone/>
            </a:pPr>
            <a:r>
              <a:rPr lang="en-AT" dirty="0">
                <a:highlight>
                  <a:srgbClr val="FED20B"/>
                </a:highlight>
              </a:rPr>
              <a:t>Inserter</a:t>
            </a:r>
          </a:p>
          <a:p>
            <a:pPr marL="514350" indent="-514350">
              <a:buFont typeface="+mj-lt"/>
              <a:buAutoNum type="arabicPeriod"/>
            </a:pPr>
            <a:r>
              <a:rPr lang="en-AT" dirty="0"/>
              <a:t>Connect to Elasticsearch</a:t>
            </a:r>
          </a:p>
          <a:p>
            <a:pPr marL="514350" indent="-514350">
              <a:buFont typeface="+mj-lt"/>
              <a:buAutoNum type="arabicPeriod"/>
            </a:pPr>
            <a:r>
              <a:rPr lang="en-AT" dirty="0"/>
              <a:t>Load relevant CSV files</a:t>
            </a:r>
          </a:p>
          <a:p>
            <a:pPr marL="514350" indent="-514350">
              <a:buFont typeface="+mj-lt"/>
              <a:buAutoNum type="arabicPeriod"/>
            </a:pPr>
            <a:r>
              <a:rPr lang="en-AT" dirty="0"/>
              <a:t>Merge all 6 dataframes into one flat struture</a:t>
            </a:r>
          </a:p>
          <a:p>
            <a:pPr marL="514350" indent="-514350">
              <a:buFont typeface="+mj-lt"/>
              <a:buAutoNum type="arabicPeriod"/>
            </a:pPr>
            <a:r>
              <a:rPr lang="en-AT" dirty="0"/>
              <a:t>Creates one document for each race result row</a:t>
            </a:r>
          </a:p>
          <a:p>
            <a:pPr marL="514350" indent="-514350">
              <a:buFont typeface="+mj-lt"/>
              <a:buAutoNum type="arabicPeriod"/>
            </a:pPr>
            <a:r>
              <a:rPr lang="en-GB" dirty="0"/>
              <a:t>Create fresh index with mapping</a:t>
            </a:r>
          </a:p>
          <a:p>
            <a:pPr marL="514350" indent="-514350">
              <a:buFont typeface="+mj-lt"/>
              <a:buAutoNum type="arabicPeriod"/>
            </a:pPr>
            <a:r>
              <a:rPr lang="en-GB" dirty="0"/>
              <a:t>Send all documents in batches of 500</a:t>
            </a:r>
            <a:endParaRPr lang="en-AT" dirty="0"/>
          </a:p>
          <a:p>
            <a:pPr marL="514350" indent="-514350">
              <a:buFont typeface="+mj-lt"/>
              <a:buAutoNum type="arabicPeriod"/>
            </a:pPr>
            <a:endParaRPr lang="en-AT" dirty="0">
              <a:highlight>
                <a:srgbClr val="FED20B"/>
              </a:highlight>
            </a:endParaRPr>
          </a:p>
        </p:txBody>
      </p:sp>
      <p:pic>
        <p:nvPicPr>
          <p:cNvPr id="4" name="Picture 3">
            <a:extLst>
              <a:ext uri="{FF2B5EF4-FFF2-40B4-BE49-F238E27FC236}">
                <a16:creationId xmlns:a16="http://schemas.microsoft.com/office/drawing/2014/main" id="{D4A3BE3D-6829-90F0-C2FD-DFF5BBE7BF36}"/>
              </a:ext>
            </a:extLst>
          </p:cNvPr>
          <p:cNvPicPr>
            <a:picLocks noChangeAspect="1"/>
          </p:cNvPicPr>
          <p:nvPr/>
        </p:nvPicPr>
        <p:blipFill>
          <a:blip r:embed="rId3"/>
          <a:stretch>
            <a:fillRect/>
          </a:stretch>
        </p:blipFill>
        <p:spPr>
          <a:xfrm>
            <a:off x="5624804" y="813610"/>
            <a:ext cx="5814527" cy="2440665"/>
          </a:xfrm>
          <a:prstGeom prst="rect">
            <a:avLst/>
          </a:prstGeom>
        </p:spPr>
      </p:pic>
    </p:spTree>
    <p:extLst>
      <p:ext uri="{BB962C8B-B14F-4D97-AF65-F5344CB8AC3E}">
        <p14:creationId xmlns:p14="http://schemas.microsoft.com/office/powerpoint/2010/main" val="263764228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4AE8E-B637-8336-8671-E08112D7E6B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1A83A8-3F23-1FA5-333A-B9AFC597772F}"/>
              </a:ext>
            </a:extLst>
          </p:cNvPr>
          <p:cNvSpPr>
            <a:spLocks noGrp="1"/>
          </p:cNvSpPr>
          <p:nvPr>
            <p:ph type="title"/>
          </p:nvPr>
        </p:nvSpPr>
        <p:spPr/>
        <p:txBody>
          <a:bodyPr/>
          <a:lstStyle/>
          <a:p>
            <a:r>
              <a:rPr lang="en-AT" dirty="0"/>
              <a:t>Project - </a:t>
            </a:r>
            <a:r>
              <a:rPr lang="en-GB" dirty="0"/>
              <a:t>Procedure</a:t>
            </a:r>
            <a:endParaRPr lang="en-AT" dirty="0"/>
          </a:p>
        </p:txBody>
      </p:sp>
      <p:sp>
        <p:nvSpPr>
          <p:cNvPr id="3" name="Content Placeholder 2">
            <a:extLst>
              <a:ext uri="{FF2B5EF4-FFF2-40B4-BE49-F238E27FC236}">
                <a16:creationId xmlns:a16="http://schemas.microsoft.com/office/drawing/2014/main" id="{D50A77B4-C0BE-C327-3ED9-0966043320DA}"/>
              </a:ext>
            </a:extLst>
          </p:cNvPr>
          <p:cNvSpPr>
            <a:spLocks noGrp="1"/>
          </p:cNvSpPr>
          <p:nvPr>
            <p:ph idx="1"/>
          </p:nvPr>
        </p:nvSpPr>
        <p:spPr/>
        <p:txBody>
          <a:bodyPr/>
          <a:lstStyle/>
          <a:p>
            <a:pPr marL="0" indent="0">
              <a:buNone/>
            </a:pPr>
            <a:r>
              <a:rPr lang="en-AT" dirty="0">
                <a:highlight>
                  <a:srgbClr val="FED20B"/>
                </a:highlight>
              </a:rPr>
              <a:t>Queries</a:t>
            </a:r>
          </a:p>
          <a:p>
            <a:pPr marL="514350" indent="-514350">
              <a:buFont typeface="+mj-lt"/>
              <a:buAutoNum type="arabicPeriod"/>
            </a:pPr>
            <a:r>
              <a:rPr lang="en-AT" dirty="0"/>
              <a:t>Run queries with the Python script</a:t>
            </a:r>
          </a:p>
          <a:p>
            <a:pPr lvl="1"/>
            <a:r>
              <a:rPr lang="en-GB" dirty="0" err="1"/>
              <a:t>search_race_by_name</a:t>
            </a:r>
            <a:r>
              <a:rPr lang="en-GB" dirty="0"/>
              <a:t>()</a:t>
            </a:r>
          </a:p>
          <a:p>
            <a:pPr lvl="1"/>
            <a:r>
              <a:rPr lang="en-GB" dirty="0" err="1"/>
              <a:t>search_driver_fuzzy</a:t>
            </a:r>
            <a:r>
              <a:rPr lang="en-GB" dirty="0"/>
              <a:t>()</a:t>
            </a:r>
          </a:p>
          <a:p>
            <a:pPr lvl="1"/>
            <a:r>
              <a:rPr lang="en-GB" dirty="0" err="1"/>
              <a:t>filter_races_by_country</a:t>
            </a:r>
            <a:r>
              <a:rPr lang="en-GB" dirty="0"/>
              <a:t>()</a:t>
            </a:r>
          </a:p>
          <a:p>
            <a:pPr lvl="1"/>
            <a:r>
              <a:rPr lang="en-GB" dirty="0"/>
              <a:t>...</a:t>
            </a:r>
          </a:p>
          <a:p>
            <a:pPr marL="457200" lvl="1" indent="0">
              <a:buNone/>
            </a:pPr>
            <a:endParaRPr lang="en-GB" dirty="0"/>
          </a:p>
          <a:p>
            <a:pPr lvl="1"/>
            <a:endParaRPr lang="en-AT" dirty="0"/>
          </a:p>
        </p:txBody>
      </p:sp>
    </p:spTree>
    <p:extLst>
      <p:ext uri="{BB962C8B-B14F-4D97-AF65-F5344CB8AC3E}">
        <p14:creationId xmlns:p14="http://schemas.microsoft.com/office/powerpoint/2010/main" val="104659257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DD62C1-972B-7155-72CC-4192E3E3FEA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AACE5B4-663C-FCCB-9422-0297BBA07D86}"/>
              </a:ext>
            </a:extLst>
          </p:cNvPr>
          <p:cNvSpPr>
            <a:spLocks noGrp="1"/>
          </p:cNvSpPr>
          <p:nvPr>
            <p:ph type="title"/>
          </p:nvPr>
        </p:nvSpPr>
        <p:spPr/>
        <p:txBody>
          <a:bodyPr/>
          <a:lstStyle/>
          <a:p>
            <a:r>
              <a:rPr lang="en-AT" dirty="0"/>
              <a:t>Project - </a:t>
            </a:r>
            <a:r>
              <a:rPr lang="en-GB" dirty="0"/>
              <a:t>Visualization</a:t>
            </a:r>
            <a:endParaRPr lang="en-AT" dirty="0"/>
          </a:p>
        </p:txBody>
      </p:sp>
      <p:sp>
        <p:nvSpPr>
          <p:cNvPr id="5" name="Content Placeholder 2">
            <a:extLst>
              <a:ext uri="{FF2B5EF4-FFF2-40B4-BE49-F238E27FC236}">
                <a16:creationId xmlns:a16="http://schemas.microsoft.com/office/drawing/2014/main" id="{788EA181-02ED-E0EF-9B45-B879620515B1}"/>
              </a:ext>
            </a:extLst>
          </p:cNvPr>
          <p:cNvSpPr>
            <a:spLocks noGrp="1"/>
          </p:cNvSpPr>
          <p:nvPr>
            <p:ph idx="1"/>
          </p:nvPr>
        </p:nvSpPr>
        <p:spPr>
          <a:xfrm>
            <a:off x="838200" y="1825625"/>
            <a:ext cx="10515600" cy="4351338"/>
          </a:xfrm>
        </p:spPr>
        <p:txBody>
          <a:bodyPr/>
          <a:lstStyle/>
          <a:p>
            <a:pPr marL="0" indent="0">
              <a:buNone/>
            </a:pPr>
            <a:r>
              <a:rPr lang="en-AT" dirty="0">
                <a:highlight>
                  <a:srgbClr val="FED20B"/>
                </a:highlight>
              </a:rPr>
              <a:t>Kibana</a:t>
            </a:r>
          </a:p>
          <a:p>
            <a:r>
              <a:rPr lang="de-AT" dirty="0"/>
              <a:t>Dashboard </a:t>
            </a:r>
            <a:r>
              <a:rPr lang="de-AT" dirty="0" err="1"/>
              <a:t>for</a:t>
            </a:r>
            <a:r>
              <a:rPr lang="de-AT" dirty="0"/>
              <a:t> </a:t>
            </a:r>
            <a:r>
              <a:rPr lang="de-AT" dirty="0" err="1"/>
              <a:t>visualization</a:t>
            </a:r>
            <a:endParaRPr lang="de-AT" dirty="0"/>
          </a:p>
          <a:p>
            <a:pPr marL="514350" indent="-514350">
              <a:buFont typeface="+mj-lt"/>
              <a:buAutoNum type="arabicPeriod"/>
            </a:pPr>
            <a:endParaRPr lang="en-AT" dirty="0"/>
          </a:p>
          <a:p>
            <a:pPr marL="514350" indent="-514350">
              <a:buFont typeface="+mj-lt"/>
              <a:buAutoNum type="arabicPeriod"/>
            </a:pPr>
            <a:endParaRPr lang="en-AT" dirty="0">
              <a:highlight>
                <a:srgbClr val="FED20B"/>
              </a:highlight>
            </a:endParaRPr>
          </a:p>
        </p:txBody>
      </p:sp>
      <p:pic>
        <p:nvPicPr>
          <p:cNvPr id="6" name="Picture 5">
            <a:extLst>
              <a:ext uri="{FF2B5EF4-FFF2-40B4-BE49-F238E27FC236}">
                <a16:creationId xmlns:a16="http://schemas.microsoft.com/office/drawing/2014/main" id="{468880F9-9DDB-3941-552B-AF2F55F5F15F}"/>
              </a:ext>
            </a:extLst>
          </p:cNvPr>
          <p:cNvPicPr>
            <a:picLocks noChangeAspect="1"/>
          </p:cNvPicPr>
          <p:nvPr/>
        </p:nvPicPr>
        <p:blipFill>
          <a:blip r:embed="rId3"/>
          <a:stretch>
            <a:fillRect/>
          </a:stretch>
        </p:blipFill>
        <p:spPr>
          <a:xfrm>
            <a:off x="838200" y="2877563"/>
            <a:ext cx="7170501" cy="3980437"/>
          </a:xfrm>
          <a:prstGeom prst="rect">
            <a:avLst/>
          </a:prstGeom>
        </p:spPr>
      </p:pic>
    </p:spTree>
    <p:extLst>
      <p:ext uri="{BB962C8B-B14F-4D97-AF65-F5344CB8AC3E}">
        <p14:creationId xmlns:p14="http://schemas.microsoft.com/office/powerpoint/2010/main" val="176114844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7CC6DF-AEDA-F8F9-E695-7AB8795E5170}"/>
              </a:ext>
            </a:extLst>
          </p:cNvPr>
          <p:cNvSpPr>
            <a:spLocks noGrp="1"/>
          </p:cNvSpPr>
          <p:nvPr>
            <p:ph type="title"/>
          </p:nvPr>
        </p:nvSpPr>
        <p:spPr>
          <a:xfrm>
            <a:off x="831850" y="378479"/>
            <a:ext cx="10515600" cy="2852737"/>
          </a:xfrm>
        </p:spPr>
        <p:txBody>
          <a:bodyPr/>
          <a:lstStyle/>
          <a:p>
            <a:pPr algn="ctr"/>
            <a:r>
              <a:rPr lang="en-AT" dirty="0"/>
              <a:t>Thanks for your attention</a:t>
            </a:r>
          </a:p>
        </p:txBody>
      </p:sp>
      <p:sp>
        <p:nvSpPr>
          <p:cNvPr id="3" name="Text Placeholder 2">
            <a:extLst>
              <a:ext uri="{FF2B5EF4-FFF2-40B4-BE49-F238E27FC236}">
                <a16:creationId xmlns:a16="http://schemas.microsoft.com/office/drawing/2014/main" id="{AF114B10-FD43-0433-7856-193283D2CA94}"/>
              </a:ext>
            </a:extLst>
          </p:cNvPr>
          <p:cNvSpPr>
            <a:spLocks noGrp="1"/>
          </p:cNvSpPr>
          <p:nvPr>
            <p:ph type="body" idx="1"/>
          </p:nvPr>
        </p:nvSpPr>
        <p:spPr>
          <a:xfrm>
            <a:off x="831850" y="3231216"/>
            <a:ext cx="10515600" cy="1500187"/>
          </a:xfrm>
        </p:spPr>
        <p:txBody>
          <a:bodyPr/>
          <a:lstStyle/>
          <a:p>
            <a:pPr algn="ctr"/>
            <a:r>
              <a:rPr lang="en-AT" dirty="0"/>
              <a:t>Any questions?</a:t>
            </a:r>
          </a:p>
        </p:txBody>
      </p:sp>
    </p:spTree>
    <p:extLst>
      <p:ext uri="{BB962C8B-B14F-4D97-AF65-F5344CB8AC3E}">
        <p14:creationId xmlns:p14="http://schemas.microsoft.com/office/powerpoint/2010/main" val="356223645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240E01-CDD9-D911-B6E4-C23364C60DB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A8DF827-683D-4F14-0B5C-83247C9C14BD}"/>
              </a:ext>
            </a:extLst>
          </p:cNvPr>
          <p:cNvSpPr>
            <a:spLocks noGrp="1"/>
          </p:cNvSpPr>
          <p:nvPr>
            <p:ph type="title"/>
          </p:nvPr>
        </p:nvSpPr>
        <p:spPr/>
        <p:txBody>
          <a:bodyPr/>
          <a:lstStyle/>
          <a:p>
            <a:r>
              <a:rPr lang="en-AT" dirty="0"/>
              <a:t>Sources</a:t>
            </a:r>
          </a:p>
        </p:txBody>
      </p:sp>
      <p:sp>
        <p:nvSpPr>
          <p:cNvPr id="3" name="Content Placeholder 2">
            <a:extLst>
              <a:ext uri="{FF2B5EF4-FFF2-40B4-BE49-F238E27FC236}">
                <a16:creationId xmlns:a16="http://schemas.microsoft.com/office/drawing/2014/main" id="{60FA3BAB-992A-3A42-1763-1D513CF9FBD7}"/>
              </a:ext>
            </a:extLst>
          </p:cNvPr>
          <p:cNvSpPr>
            <a:spLocks noGrp="1"/>
          </p:cNvSpPr>
          <p:nvPr>
            <p:ph idx="1"/>
          </p:nvPr>
        </p:nvSpPr>
        <p:spPr/>
        <p:txBody>
          <a:bodyPr/>
          <a:lstStyle/>
          <a:p>
            <a:r>
              <a:rPr lang="en-GB" sz="1800" dirty="0">
                <a:hlinkClick r:id="rId3"/>
              </a:rPr>
              <a:t>https://www.purestorage.com/knowledge/elasticsearch-architecture.html</a:t>
            </a:r>
            <a:endParaRPr lang="en-GB" sz="1800" dirty="0"/>
          </a:p>
          <a:p>
            <a:r>
              <a:rPr lang="en-GB" sz="1800" dirty="0">
                <a:hlinkClick r:id="rId4"/>
              </a:rPr>
              <a:t>https://www.geeksforgeeks.org/elasticsearch/elasticsearch-architecture/</a:t>
            </a:r>
            <a:endParaRPr lang="en-AT" sz="1800" dirty="0"/>
          </a:p>
          <a:p>
            <a:r>
              <a:rPr lang="en-GB" sz="1800" dirty="0">
                <a:hlinkClick r:id="rId5"/>
              </a:rPr>
              <a:t>https://www.geeksforgeeks.org/elasticsearch/what-is-elastic-search-and-why-is-it-used/</a:t>
            </a:r>
            <a:endParaRPr lang="en-GB" sz="1800" dirty="0"/>
          </a:p>
          <a:p>
            <a:r>
              <a:rPr lang="en-GB" sz="1800" dirty="0">
                <a:hlinkClick r:id="rId6"/>
              </a:rPr>
              <a:t>https://www.elastic.co/elasticsearch/features</a:t>
            </a:r>
            <a:endParaRPr lang="en-GB" sz="1800" dirty="0"/>
          </a:p>
          <a:p>
            <a:r>
              <a:rPr lang="en-GB" sz="1800" dirty="0">
                <a:hlinkClick r:id="rId7"/>
              </a:rPr>
              <a:t>https://www.elastic.co/kibana</a:t>
            </a:r>
            <a:endParaRPr lang="en-GB" sz="1800" dirty="0"/>
          </a:p>
          <a:p>
            <a:endParaRPr lang="en-GB" sz="1800" dirty="0"/>
          </a:p>
          <a:p>
            <a:endParaRPr lang="en-GB" dirty="0"/>
          </a:p>
          <a:p>
            <a:endParaRPr lang="en-AT" dirty="0"/>
          </a:p>
        </p:txBody>
      </p:sp>
    </p:spTree>
    <p:extLst>
      <p:ext uri="{BB962C8B-B14F-4D97-AF65-F5344CB8AC3E}">
        <p14:creationId xmlns:p14="http://schemas.microsoft.com/office/powerpoint/2010/main" val="164258111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703</TotalTime>
  <Words>1317</Words>
  <Application>Microsoft Macintosh PowerPoint</Application>
  <PresentationFormat>Widescreen</PresentationFormat>
  <Paragraphs>194</Paragraphs>
  <Slides>20</Slides>
  <Notes>17</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20</vt:i4>
      </vt:variant>
    </vt:vector>
  </HeadingPairs>
  <TitlesOfParts>
    <vt:vector size="26" baseType="lpstr">
      <vt:lpstr>Aptos</vt:lpstr>
      <vt:lpstr>Aptos Display</vt:lpstr>
      <vt:lpstr>Arial</vt:lpstr>
      <vt:lpstr>System Font Regular</vt:lpstr>
      <vt:lpstr>Wingdings</vt:lpstr>
      <vt:lpstr>Office Theme</vt:lpstr>
      <vt:lpstr>elasticsearch</vt:lpstr>
      <vt:lpstr>Agenda</vt:lpstr>
      <vt:lpstr>What is Elasticsearch?</vt:lpstr>
      <vt:lpstr>What is Elasticsearch?</vt:lpstr>
      <vt:lpstr>Architecture</vt:lpstr>
      <vt:lpstr>PowerPoint Presentation</vt:lpstr>
      <vt:lpstr>Key features</vt:lpstr>
      <vt:lpstr>How does it work</vt:lpstr>
      <vt:lpstr>How does it work</vt:lpstr>
      <vt:lpstr>How does it work</vt:lpstr>
      <vt:lpstr>Query Language &amp; API</vt:lpstr>
      <vt:lpstr>Query Language &amp; API</vt:lpstr>
      <vt:lpstr>Usecases</vt:lpstr>
      <vt:lpstr>Advanteges &amp; Disadvanteges</vt:lpstr>
      <vt:lpstr>Project</vt:lpstr>
      <vt:lpstr>Project - Procedure</vt:lpstr>
      <vt:lpstr>Project - Procedure</vt:lpstr>
      <vt:lpstr>Project - Visualization</vt:lpstr>
      <vt:lpstr>Thanks for your attention</vt:lpstr>
      <vt:lpstr>Sources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Kopf Fabian - s2410824006</dc:creator>
  <cp:lastModifiedBy>Kopf Fabian - s2410824006</cp:lastModifiedBy>
  <cp:revision>67</cp:revision>
  <dcterms:created xsi:type="dcterms:W3CDTF">2026-05-01T13:40:05Z</dcterms:created>
  <dcterms:modified xsi:type="dcterms:W3CDTF">2026-05-11T09:11:52Z</dcterms:modified>
</cp:coreProperties>
</file>