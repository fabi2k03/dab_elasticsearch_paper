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65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A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FB3"/>
    <a:srgbClr val="FED20B"/>
    <a:srgbClr val="02A9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/>
    <p:restoredTop sz="94659"/>
  </p:normalViewPr>
  <p:slideViewPr>
    <p:cSldViewPr snapToGrid="0">
      <p:cViewPr varScale="1">
        <p:scale>
          <a:sx n="146" d="100"/>
          <a:sy n="146" d="100"/>
        </p:scale>
        <p:origin x="10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C1BCD2-C187-B342-9D66-FD6DDE94747E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565C50-69E9-8E49-A3AB-C69605F3BCD6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10894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509A5-A479-79D0-C570-03AEC40ACA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DA329F-AC64-5B64-C62C-763D85C12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C8CEB6-3E3C-523D-9CA4-A3C4C1969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20FD85-B3BD-082A-340C-8830742E9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925C4-09A7-3188-14DC-441E18E6D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013507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24411-3171-C2D7-746B-A620CCC02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71B1E-1A15-8CF7-2420-1B65D74ED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A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3E93F-194D-2EC2-B1BE-2AD51F9B9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23EFC-C784-AC46-AE3C-8E1B6BCAD649}" type="datetime1">
              <a:rPr lang="en-US" smtClean="0"/>
              <a:pPr/>
              <a:t>5/1/26</a:t>
            </a:fld>
            <a:endParaRPr lang="en-A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01317-118A-F2CC-1354-E583C68F7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101D1-DD1C-DD70-99DE-FA67BC8C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703C308-A36A-C23C-737B-3C9A616681C2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F3F2D58-3CFC-EB8C-C4FF-707BD1B19965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4D491104-C9F3-A30C-7209-5A868ADDE345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2521229-4EB8-BEAF-F660-E32D069B7C03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1" name="Freeform 10">
            <a:extLst>
              <a:ext uri="{FF2B5EF4-FFF2-40B4-BE49-F238E27FC236}">
                <a16:creationId xmlns:a16="http://schemas.microsoft.com/office/drawing/2014/main" id="{247AAED8-DC4C-B4A6-DC1F-CD0EBA10EFE4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pic>
        <p:nvPicPr>
          <p:cNvPr id="12" name="Picture 11" descr="A red and black logo&#10;&#10;AI-generated content may be incorrect.">
            <a:extLst>
              <a:ext uri="{FF2B5EF4-FFF2-40B4-BE49-F238E27FC236}">
                <a16:creationId xmlns:a16="http://schemas.microsoft.com/office/drawing/2014/main" id="{EDCE9754-6C00-0776-66EA-4338096A8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9165" y="78607"/>
            <a:ext cx="1809563" cy="491672"/>
          </a:xfrm>
          <a:prstGeom prst="rect">
            <a:avLst/>
          </a:prstGeom>
        </p:spPr>
      </p:pic>
      <p:sp>
        <p:nvSpPr>
          <p:cNvPr id="13" name="Freeform 12">
            <a:extLst>
              <a:ext uri="{FF2B5EF4-FFF2-40B4-BE49-F238E27FC236}">
                <a16:creationId xmlns:a16="http://schemas.microsoft.com/office/drawing/2014/main" id="{507D564E-B7A2-1104-3355-9CBFC86FDD99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067843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A909B-8187-9259-C703-B81ADEDF7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BBCD72-8D13-01E0-B3AD-927A8ECC49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7E909-5ECE-EA28-48FC-04B35BAD4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E802-7298-BAD4-E0E6-3BD941F31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F2B34-CE93-848B-31D5-D83BA2878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255387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2E27E-FBF7-E1D1-FA66-0AAE47BEE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3F2A8-F6C6-E247-36C4-34D690B4D3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B8EE53-E0C8-E326-1EBA-3295756D24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6C9890-96D8-C421-F52E-89E5FA5B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6F1BCA-A324-D676-9CFF-F496AE892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AE1F81-3D0C-317C-254B-9F0FC46BA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909533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32E9E-ADD2-BE08-DEFE-FD45AE47C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283A32-25C9-AD33-2534-FCEE0476E0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4B07E2-D127-E6B7-3008-A53226AE2A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CF64B3-30EA-D82E-7B58-037A489DBF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A688AC-338C-3AC5-829A-F54813C940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CA5D16-6D99-8B5D-23CC-0876B8256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2B6E79-88CD-C666-4034-53122E856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388AC4-EB5B-089F-4585-D736D7E35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205594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71954-C818-5E73-0EA0-41BD660D5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C0A4B0-CC47-BB0E-0DB5-D4C6DF845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0E736-777E-CA31-35D5-9AB5EE331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D5ECD-39A7-20DD-CC53-1B4817CB7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368143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4B5CC0-5E35-C6F7-5691-EFBD2267A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14387E-EF95-E26B-8131-54A0ADE39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C9B22-8FB2-1C2A-EA71-1C1752FEA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675480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CA7C6-B660-BF73-D23F-9CAF9748F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595DF6-4011-1849-6403-419BB8D58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19016F-A889-BF5F-9FC2-20C46B29D6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F6B400-9CFB-565D-0C00-005EF4857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22D0FF-B49C-54BF-0F2D-263DD11F0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F1B477-69D5-4A4D-843C-DFBCC49B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27732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93894-13E3-B2D7-F43E-266AE9C3C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1C7BA6-AD68-2313-D244-C0B940922A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1DCA20-6F3F-4606-8F9B-5E44E3CC86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AC4B8F-5BEC-77B4-2627-4C24F152E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5EBE8A-001F-40C3-583F-DCE2AF18C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ECDA5B-2038-D840-D507-C1351C2F8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490079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2FED4-9723-37F6-8B2C-9FCC610E5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8744C6-F7F6-2759-7B1B-57D4358431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E260AA-A83B-DF68-C0D7-3D34667E3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065FA-0341-5CC1-D502-979963AEB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DFFEF-77CF-7A37-6939-3286CD15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88371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866A5D-418D-CEAE-5DDF-5A51C7B78A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C68390-06A2-838B-009E-76FFACB02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2F887C-992F-5717-BE37-F71ECEA03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B18C0-B88B-2BFB-4FC4-BB5C0A400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8D64A-629C-34B3-065C-AE36440A9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4119545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BA233F-1871-0BF9-166C-B080868C9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F06674-71AB-4CF5-56E7-3FD232BFA6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72806-F876-B645-329B-9D833756F8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B334C-CF65-FE10-8CDB-FFF8801478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AD21A0-E704-8BC5-3D51-03FF4DBB25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04919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66" r:id="rId1"/>
    <p:sldLayoutId id="2147484167" r:id="rId2"/>
    <p:sldLayoutId id="2147484168" r:id="rId3"/>
    <p:sldLayoutId id="2147484169" r:id="rId4"/>
    <p:sldLayoutId id="2147484170" r:id="rId5"/>
    <p:sldLayoutId id="2147484171" r:id="rId6"/>
    <p:sldLayoutId id="2147484172" r:id="rId7"/>
    <p:sldLayoutId id="2147484173" r:id="rId8"/>
    <p:sldLayoutId id="2147484174" r:id="rId9"/>
    <p:sldLayoutId id="2147484175" r:id="rId10"/>
    <p:sldLayoutId id="214748417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D5EF986-C563-96A1-8358-0843072E2994}"/>
              </a:ext>
            </a:extLst>
          </p:cNvPr>
          <p:cNvSpPr/>
          <p:nvPr/>
        </p:nvSpPr>
        <p:spPr>
          <a:xfrm>
            <a:off x="6096000" y="2690949"/>
            <a:ext cx="2203269" cy="677092"/>
          </a:xfrm>
          <a:prstGeom prst="rect">
            <a:avLst/>
          </a:pr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96A078-DF03-A054-F0CD-D979DA99BF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T" dirty="0"/>
              <a:t>elastic</a:t>
            </a:r>
            <a:r>
              <a:rPr lang="en-AT" dirty="0">
                <a:solidFill>
                  <a:schemeClr val="bg1"/>
                </a:solidFill>
              </a:rPr>
              <a:t>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3906CB-7C09-7156-4CDA-5F2C1C3499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AT" dirty="0"/>
              <a:t>Fabian Kopf</a:t>
            </a:r>
          </a:p>
          <a:p>
            <a:fld id="{343E18A4-A905-2445-944B-CEA2A38DE8BE}" type="datetime4">
              <a:rPr lang="en-AT" sz="1600"/>
              <a:t>May 1, 2026</a:t>
            </a:fld>
            <a:endParaRPr lang="en-AT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653D59-0082-C2F1-C648-9F92F64F55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270" r="75186" b="38646"/>
          <a:stretch>
            <a:fillRect/>
          </a:stretch>
        </p:blipFill>
        <p:spPr>
          <a:xfrm>
            <a:off x="2921726" y="2519522"/>
            <a:ext cx="1146009" cy="1019945"/>
          </a:xfrm>
          <a:prstGeom prst="rect">
            <a:avLst/>
          </a:prstGeom>
        </p:spPr>
      </p:pic>
      <p:pic>
        <p:nvPicPr>
          <p:cNvPr id="7" name="Picture 6" descr="A red and black logo&#10;&#10;AI-generated content may be incorrect.">
            <a:extLst>
              <a:ext uri="{FF2B5EF4-FFF2-40B4-BE49-F238E27FC236}">
                <a16:creationId xmlns:a16="http://schemas.microsoft.com/office/drawing/2014/main" id="{41B48F94-0667-6A48-31A2-F9DEA533B9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516" y="6209211"/>
            <a:ext cx="1809563" cy="49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679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20A79-00D4-DE2D-0A43-799A35810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0140"/>
            <a:ext cx="10515600" cy="1325563"/>
          </a:xfrm>
        </p:spPr>
        <p:txBody>
          <a:bodyPr/>
          <a:lstStyle/>
          <a:p>
            <a:r>
              <a:rPr lang="en-AT" dirty="0"/>
              <a:t>Agenda</a:t>
            </a:r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904DCB42-8A45-9615-EEDC-16F34F78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4091602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592E4-C7F0-B5D1-BE10-933772270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What is Elasticsearch?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E0D32-9E39-F289-8F83-5024B14E7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7200308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Words>9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elasticsearch</vt:lpstr>
      <vt:lpstr>Agenda</vt:lpstr>
      <vt:lpstr>What is Elasticsearch?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Kopf Fabian - s2410824006</dc:creator>
  <cp:lastModifiedBy>Kopf Fabian - s2410824006</cp:lastModifiedBy>
  <cp:revision>13</cp:revision>
  <dcterms:created xsi:type="dcterms:W3CDTF">2026-05-01T13:40:05Z</dcterms:created>
  <dcterms:modified xsi:type="dcterms:W3CDTF">2026-05-01T14:25:21Z</dcterms:modified>
</cp:coreProperties>
</file>