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65" r:id="rId1"/>
  </p:sldMasterIdLst>
  <p:notesMasterIdLst>
    <p:notesMasterId r:id="rId22"/>
  </p:notesMasterIdLst>
  <p:sldIdLst>
    <p:sldId id="256" r:id="rId2"/>
    <p:sldId id="257" r:id="rId3"/>
    <p:sldId id="258" r:id="rId4"/>
    <p:sldId id="259" r:id="rId5"/>
    <p:sldId id="268" r:id="rId6"/>
    <p:sldId id="269" r:id="rId7"/>
    <p:sldId id="261" r:id="rId8"/>
    <p:sldId id="263" r:id="rId9"/>
    <p:sldId id="270" r:id="rId10"/>
    <p:sldId id="271" r:id="rId11"/>
    <p:sldId id="265" r:id="rId12"/>
    <p:sldId id="273" r:id="rId13"/>
    <p:sldId id="262" r:id="rId14"/>
    <p:sldId id="272" r:id="rId15"/>
    <p:sldId id="266" r:id="rId16"/>
    <p:sldId id="274" r:id="rId17"/>
    <p:sldId id="275" r:id="rId18"/>
    <p:sldId id="276" r:id="rId19"/>
    <p:sldId id="277" r:id="rId20"/>
    <p:sldId id="267" r:id="rId21"/>
  </p:sldIdLst>
  <p:sldSz cx="12192000" cy="6858000"/>
  <p:notesSz cx="6858000" cy="9144000"/>
  <p:defaultTextStyle>
    <a:defPPr>
      <a:defRPr lang="en-A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D20B"/>
    <a:srgbClr val="00BFB3"/>
    <a:srgbClr val="02A9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22"/>
    <p:restoredTop sz="88977"/>
  </p:normalViewPr>
  <p:slideViewPr>
    <p:cSldViewPr snapToGrid="0">
      <p:cViewPr varScale="1">
        <p:scale>
          <a:sx n="137" d="100"/>
          <a:sy n="137" d="100"/>
        </p:scale>
        <p:origin x="122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C1BCD2-C187-B342-9D66-FD6DDE94747E}" type="datetimeFigureOut">
              <a:rPr lang="en-AT" smtClean="0"/>
              <a:t>16.05.26</a:t>
            </a:fld>
            <a:endParaRPr lang="en-A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565C50-69E9-8E49-A3AB-C69605F3BCD6}" type="slidenum">
              <a:rPr lang="en-AT" smtClean="0"/>
              <a:t>‹#›</a:t>
            </a:fld>
            <a:endParaRPr lang="en-AT"/>
          </a:p>
        </p:txBody>
      </p:sp>
    </p:spTree>
    <p:extLst>
      <p:ext uri="{BB962C8B-B14F-4D97-AF65-F5344CB8AC3E}">
        <p14:creationId xmlns:p14="http://schemas.microsoft.com/office/powerpoint/2010/main" val="3610894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geeksforgeeks.org/javascript/json/"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geeksforgeeks.org/javascript/json/"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T" dirty="0"/>
          </a:p>
        </p:txBody>
      </p:sp>
      <p:sp>
        <p:nvSpPr>
          <p:cNvPr id="4" name="Slide Number Placeholder 3"/>
          <p:cNvSpPr>
            <a:spLocks noGrp="1"/>
          </p:cNvSpPr>
          <p:nvPr>
            <p:ph type="sldNum" sz="quarter" idx="5"/>
          </p:nvPr>
        </p:nvSpPr>
        <p:spPr/>
        <p:txBody>
          <a:bodyPr/>
          <a:lstStyle/>
          <a:p>
            <a:fld id="{C9565C50-69E9-8E49-A3AB-C69605F3BCD6}" type="slidenum">
              <a:rPr lang="en-AT" smtClean="0"/>
              <a:t>2</a:t>
            </a:fld>
            <a:endParaRPr lang="en-AT"/>
          </a:p>
        </p:txBody>
      </p:sp>
    </p:spTree>
    <p:extLst>
      <p:ext uri="{BB962C8B-B14F-4D97-AF65-F5344CB8AC3E}">
        <p14:creationId xmlns:p14="http://schemas.microsoft.com/office/powerpoint/2010/main" val="30493243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Elasticsearch stores data in </a:t>
            </a:r>
            <a:r>
              <a:rPr lang="en-GB" sz="1200" b="0" i="0" u="sng" kern="1200" dirty="0">
                <a:solidFill>
                  <a:schemeClr val="tx1"/>
                </a:solidFill>
                <a:effectLst/>
                <a:latin typeface="+mn-lt"/>
                <a:ea typeface="+mn-ea"/>
                <a:cs typeface="+mn-cs"/>
                <a:hlinkClick r:id="rId3"/>
              </a:rPr>
              <a:t>JSON </a:t>
            </a:r>
            <a:r>
              <a:rPr lang="en-GB" sz="1200" b="0" i="0" kern="1200" dirty="0">
                <a:solidFill>
                  <a:schemeClr val="tx1"/>
                </a:solidFill>
                <a:effectLst/>
                <a:latin typeface="+mn-lt"/>
                <a:ea typeface="+mn-ea"/>
                <a:cs typeface="+mn-cs"/>
              </a:rPr>
              <a:t>format and making it easy to index and search structured and unstructured data.</a:t>
            </a:r>
          </a:p>
          <a:p>
            <a:endParaRPr lang="en-AT" dirty="0"/>
          </a:p>
        </p:txBody>
      </p:sp>
      <p:sp>
        <p:nvSpPr>
          <p:cNvPr id="4" name="Slide Number Placeholder 3"/>
          <p:cNvSpPr>
            <a:spLocks noGrp="1"/>
          </p:cNvSpPr>
          <p:nvPr>
            <p:ph type="sldNum" sz="quarter" idx="5"/>
          </p:nvPr>
        </p:nvSpPr>
        <p:spPr/>
        <p:txBody>
          <a:bodyPr/>
          <a:lstStyle/>
          <a:p>
            <a:fld id="{C9565C50-69E9-8E49-A3AB-C69605F3BCD6}" type="slidenum">
              <a:rPr lang="en-AT" smtClean="0"/>
              <a:t>3</a:t>
            </a:fld>
            <a:endParaRPr lang="en-AT"/>
          </a:p>
        </p:txBody>
      </p:sp>
    </p:spTree>
    <p:extLst>
      <p:ext uri="{BB962C8B-B14F-4D97-AF65-F5344CB8AC3E}">
        <p14:creationId xmlns:p14="http://schemas.microsoft.com/office/powerpoint/2010/main" val="40613538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F15B0-999E-1514-A448-870AE972EC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1A1D50-85DC-9F8F-A115-7EA606E0A4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1295E3-FE6D-F2C0-158D-BDC48780DC1D}"/>
              </a:ext>
            </a:extLst>
          </p:cNvPr>
          <p:cNvSpPr>
            <a:spLocks noGrp="1"/>
          </p:cNvSpPr>
          <p:nvPr>
            <p:ph type="body" idx="1"/>
          </p:nvPr>
        </p:nvSpPr>
        <p:spPr/>
        <p:txBody>
          <a:bodyPr/>
          <a:lstStyle/>
          <a:p>
            <a:r>
              <a:rPr lang="en-GB" sz="1200" b="1" i="0" kern="1200" dirty="0">
                <a:solidFill>
                  <a:schemeClr val="tx1"/>
                </a:solidFill>
                <a:effectLst/>
                <a:latin typeface="+mn-lt"/>
                <a:ea typeface="+mn-ea"/>
                <a:cs typeface="+mn-cs"/>
              </a:rPr>
              <a:t>Beats </a:t>
            </a:r>
            <a:r>
              <a:rPr lang="en-GB" sz="1200" b="0" i="0" kern="1200" dirty="0">
                <a:solidFill>
                  <a:schemeClr val="tx1"/>
                </a:solidFill>
                <a:effectLst/>
                <a:latin typeface="+mn-lt"/>
                <a:ea typeface="+mn-ea"/>
                <a:cs typeface="+mn-cs"/>
              </a:rPr>
              <a:t>for </a:t>
            </a:r>
            <a:r>
              <a:rPr lang="en-GB" sz="1200" b="1" i="0" kern="1200" dirty="0">
                <a:solidFill>
                  <a:schemeClr val="tx1"/>
                </a:solidFill>
                <a:effectLst/>
                <a:latin typeface="+mn-lt"/>
                <a:ea typeface="+mn-ea"/>
                <a:cs typeface="+mn-cs"/>
              </a:rPr>
              <a:t>data shipping, </a:t>
            </a:r>
            <a:r>
              <a:rPr lang="en-GB" sz="1200" b="0" i="0" kern="1200" dirty="0">
                <a:solidFill>
                  <a:schemeClr val="tx1"/>
                </a:solidFill>
                <a:effectLst/>
                <a:latin typeface="+mn-lt"/>
                <a:ea typeface="+mn-ea"/>
                <a:cs typeface="+mn-cs"/>
              </a:rPr>
              <a:t>and </a:t>
            </a:r>
            <a:r>
              <a:rPr lang="en-GB" sz="1200" b="1" i="0" kern="1200" dirty="0">
                <a:solidFill>
                  <a:schemeClr val="tx1"/>
                </a:solidFill>
                <a:effectLst/>
                <a:latin typeface="+mn-lt"/>
                <a:ea typeface="+mn-ea"/>
                <a:cs typeface="+mn-cs"/>
              </a:rPr>
              <a:t>Logstash</a:t>
            </a:r>
            <a:r>
              <a:rPr lang="en-GB" sz="1200" b="0" i="0" kern="1200" dirty="0">
                <a:solidFill>
                  <a:schemeClr val="tx1"/>
                </a:solidFill>
                <a:effectLst/>
                <a:latin typeface="+mn-lt"/>
                <a:ea typeface="+mn-ea"/>
                <a:cs typeface="+mn-cs"/>
              </a:rPr>
              <a:t> for </a:t>
            </a:r>
            <a:r>
              <a:rPr lang="en-GB" sz="1200" b="1" i="0" kern="1200" dirty="0">
                <a:solidFill>
                  <a:schemeClr val="tx1"/>
                </a:solidFill>
                <a:effectLst/>
                <a:latin typeface="+mn-lt"/>
                <a:ea typeface="+mn-ea"/>
                <a:cs typeface="+mn-cs"/>
              </a:rPr>
              <a:t>data processing.</a:t>
            </a:r>
          </a:p>
          <a:p>
            <a:endParaRPr lang="en-GB" sz="1200" b="1" i="0" kern="1200" dirty="0">
              <a:solidFill>
                <a:schemeClr val="tx1"/>
              </a:solidFill>
              <a:effectLst/>
              <a:latin typeface="+mn-lt"/>
              <a:ea typeface="+mn-ea"/>
              <a:cs typeface="+mn-cs"/>
            </a:endParaRPr>
          </a:p>
          <a:p>
            <a:r>
              <a:rPr lang="en-GB" sz="1200" b="0" i="0" kern="1200" dirty="0" err="1">
                <a:solidFill>
                  <a:schemeClr val="tx1"/>
                </a:solidFill>
                <a:effectLst/>
                <a:latin typeface="+mn-lt"/>
                <a:ea typeface="+mn-ea"/>
                <a:cs typeface="+mn-cs"/>
              </a:rPr>
              <a:t>Stuctured</a:t>
            </a:r>
            <a:r>
              <a:rPr lang="en-GB" sz="1200" b="0" i="0" kern="1200" dirty="0">
                <a:solidFill>
                  <a:schemeClr val="tx1"/>
                </a:solidFill>
                <a:effectLst/>
                <a:latin typeface="+mn-lt"/>
                <a:ea typeface="+mn-ea"/>
                <a:cs typeface="+mn-cs"/>
              </a:rPr>
              <a:t> Data: is data that follows fixed format an can be organized into rows</a:t>
            </a:r>
          </a:p>
          <a:p>
            <a:r>
              <a:rPr lang="en-GB" sz="1200" b="0" i="0" kern="1200" dirty="0">
                <a:solidFill>
                  <a:schemeClr val="tx1"/>
                </a:solidFill>
                <a:effectLst/>
                <a:latin typeface="+mn-lt"/>
                <a:ea typeface="+mn-ea"/>
                <a:cs typeface="+mn-cs"/>
              </a:rPr>
              <a:t>Unstructured data: has no fixed format or schema like email text, log files, documents ,. …</a:t>
            </a:r>
            <a:endParaRPr lang="en-AT" b="0" dirty="0"/>
          </a:p>
        </p:txBody>
      </p:sp>
      <p:sp>
        <p:nvSpPr>
          <p:cNvPr id="4" name="Slide Number Placeholder 3">
            <a:extLst>
              <a:ext uri="{FF2B5EF4-FFF2-40B4-BE49-F238E27FC236}">
                <a16:creationId xmlns:a16="http://schemas.microsoft.com/office/drawing/2014/main" id="{ED57ED8E-6070-D589-7FDB-EB2B35929DAA}"/>
              </a:ext>
            </a:extLst>
          </p:cNvPr>
          <p:cNvSpPr>
            <a:spLocks noGrp="1"/>
          </p:cNvSpPr>
          <p:nvPr>
            <p:ph type="sldNum" sz="quarter" idx="5"/>
          </p:nvPr>
        </p:nvSpPr>
        <p:spPr/>
        <p:txBody>
          <a:bodyPr/>
          <a:lstStyle/>
          <a:p>
            <a:fld id="{C9565C50-69E9-8E49-A3AB-C69605F3BCD6}" type="slidenum">
              <a:rPr lang="en-AT" smtClean="0"/>
              <a:t>4</a:t>
            </a:fld>
            <a:endParaRPr lang="en-AT"/>
          </a:p>
        </p:txBody>
      </p:sp>
    </p:spTree>
    <p:extLst>
      <p:ext uri="{BB962C8B-B14F-4D97-AF65-F5344CB8AC3E}">
        <p14:creationId xmlns:p14="http://schemas.microsoft.com/office/powerpoint/2010/main" val="31356103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C0524-611F-2FEB-987D-56FF6839C6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FF4783-AD51-7669-A8B6-40D1A425E6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CFA6D1-F98B-DDBF-41A2-86767096B06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Elasticsearch stores data in </a:t>
            </a:r>
            <a:r>
              <a:rPr lang="en-GB" sz="1200" b="0" i="0" u="sng" kern="1200" dirty="0">
                <a:solidFill>
                  <a:schemeClr val="tx1"/>
                </a:solidFill>
                <a:effectLst/>
                <a:latin typeface="+mn-lt"/>
                <a:ea typeface="+mn-ea"/>
                <a:cs typeface="+mn-cs"/>
                <a:hlinkClick r:id="rId3"/>
              </a:rPr>
              <a:t>JSON </a:t>
            </a:r>
            <a:r>
              <a:rPr lang="en-GB" sz="1200" b="0" i="0" kern="1200" dirty="0">
                <a:solidFill>
                  <a:schemeClr val="tx1"/>
                </a:solidFill>
                <a:effectLst/>
                <a:latin typeface="+mn-lt"/>
                <a:ea typeface="+mn-ea"/>
                <a:cs typeface="+mn-cs"/>
              </a:rPr>
              <a:t>format and making it easy to index and search structured and unstructured data.</a:t>
            </a:r>
          </a:p>
          <a:p>
            <a:endParaRPr lang="en-AT" dirty="0"/>
          </a:p>
        </p:txBody>
      </p:sp>
      <p:sp>
        <p:nvSpPr>
          <p:cNvPr id="4" name="Slide Number Placeholder 3">
            <a:extLst>
              <a:ext uri="{FF2B5EF4-FFF2-40B4-BE49-F238E27FC236}">
                <a16:creationId xmlns:a16="http://schemas.microsoft.com/office/drawing/2014/main" id="{3042EE7D-3B6A-FE6E-72E1-E71691C44AF6}"/>
              </a:ext>
            </a:extLst>
          </p:cNvPr>
          <p:cNvSpPr>
            <a:spLocks noGrp="1"/>
          </p:cNvSpPr>
          <p:nvPr>
            <p:ph type="sldNum" sz="quarter" idx="5"/>
          </p:nvPr>
        </p:nvSpPr>
        <p:spPr/>
        <p:txBody>
          <a:bodyPr/>
          <a:lstStyle/>
          <a:p>
            <a:fld id="{C9565C50-69E9-8E49-A3AB-C69605F3BCD6}" type="slidenum">
              <a:rPr lang="en-AT" smtClean="0"/>
              <a:t>5</a:t>
            </a:fld>
            <a:endParaRPr lang="en-AT"/>
          </a:p>
        </p:txBody>
      </p:sp>
    </p:spTree>
    <p:extLst>
      <p:ext uri="{BB962C8B-B14F-4D97-AF65-F5344CB8AC3E}">
        <p14:creationId xmlns:p14="http://schemas.microsoft.com/office/powerpoint/2010/main" val="17012229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T" dirty="0"/>
              <a:t>Documents are indexed across one ore more shards. Each shard is itself a fully functional index</a:t>
            </a:r>
          </a:p>
        </p:txBody>
      </p:sp>
      <p:sp>
        <p:nvSpPr>
          <p:cNvPr id="4" name="Slide Number Placeholder 3"/>
          <p:cNvSpPr>
            <a:spLocks noGrp="1"/>
          </p:cNvSpPr>
          <p:nvPr>
            <p:ph type="sldNum" sz="quarter" idx="5"/>
          </p:nvPr>
        </p:nvSpPr>
        <p:spPr/>
        <p:txBody>
          <a:bodyPr/>
          <a:lstStyle/>
          <a:p>
            <a:fld id="{C9565C50-69E9-8E49-A3AB-C69605F3BCD6}" type="slidenum">
              <a:rPr lang="en-AT" smtClean="0"/>
              <a:t>6</a:t>
            </a:fld>
            <a:endParaRPr lang="en-AT"/>
          </a:p>
        </p:txBody>
      </p:sp>
    </p:spTree>
    <p:extLst>
      <p:ext uri="{BB962C8B-B14F-4D97-AF65-F5344CB8AC3E}">
        <p14:creationId xmlns:p14="http://schemas.microsoft.com/office/powerpoint/2010/main" val="30365856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CB156-0B84-FD0E-B5B8-947EC60528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507E35-D2CC-C05B-9FAE-B309FD499E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609CF0-21C4-B8AC-DBEF-DA33107D3690}"/>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b="0" i="0" u="none" strike="noStrike" kern="1200" dirty="0">
                <a:solidFill>
                  <a:schemeClr val="tx1"/>
                </a:solidFill>
                <a:effectLst/>
                <a:latin typeface="+mn-lt"/>
                <a:ea typeface="+mn-ea"/>
                <a:cs typeface="+mn-cs"/>
              </a:rPr>
              <a:t>Elasticsearch is because of its architecture distributed by nature. This allows it to scale horizontally  across </a:t>
            </a:r>
            <a:r>
              <a:rPr lang="en-GB" sz="1200" b="0" i="0" u="none" strike="noStrike" kern="1200" dirty="0" err="1">
                <a:solidFill>
                  <a:schemeClr val="tx1"/>
                </a:solidFill>
                <a:effectLst/>
                <a:latin typeface="+mn-lt"/>
                <a:ea typeface="+mn-ea"/>
                <a:cs typeface="+mn-cs"/>
              </a:rPr>
              <a:t>multible</a:t>
            </a:r>
            <a:r>
              <a:rPr lang="en-GB" sz="1200" b="0" i="0" u="none" strike="noStrike" kern="1200" dirty="0">
                <a:solidFill>
                  <a:schemeClr val="tx1"/>
                </a:solidFill>
                <a:effectLst/>
                <a:latin typeface="+mn-lt"/>
                <a:ea typeface="+mn-ea"/>
                <a:cs typeface="+mn-cs"/>
              </a:rPr>
              <a:t> nodes to handle large datasets and high query volumes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b="0" i="0" u="none" strike="noStrike" kern="1200" dirty="0">
                <a:solidFill>
                  <a:schemeClr val="tx1"/>
                </a:solidFill>
                <a:effectLst/>
                <a:latin typeface="+mn-lt"/>
                <a:ea typeface="+mn-ea"/>
                <a:cs typeface="+mn-cs"/>
              </a:rPr>
              <a:t>It provides powerful full-text-search capabilities, enabling users to search for documents based on their content and relevance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800" b="0" i="0" u="none" strike="noStrike" kern="1200" dirty="0">
                <a:solidFill>
                  <a:schemeClr val="tx1"/>
                </a:solidFill>
                <a:effectLst/>
                <a:latin typeface="+mn-lt"/>
                <a:ea typeface="+mn-ea"/>
                <a:cs typeface="+mn-cs"/>
              </a:rPr>
              <a:t>Support real time indexing and </a:t>
            </a:r>
            <a:r>
              <a:rPr lang="en-GB" sz="1800" b="0" i="0" u="none" strike="noStrike" kern="1200" dirty="0" err="1">
                <a:solidFill>
                  <a:schemeClr val="tx1"/>
                </a:solidFill>
                <a:effectLst/>
                <a:latin typeface="+mn-lt"/>
                <a:ea typeface="+mn-ea"/>
                <a:cs typeface="+mn-cs"/>
              </a:rPr>
              <a:t>quering</a:t>
            </a:r>
            <a:r>
              <a:rPr lang="en-GB" sz="1800" b="0" i="0" u="none" strike="noStrike" kern="1200" dirty="0">
                <a:solidFill>
                  <a:schemeClr val="tx1"/>
                </a:solidFill>
                <a:effectLst/>
                <a:latin typeface="+mn-lt"/>
                <a:ea typeface="+mn-ea"/>
                <a:cs typeface="+mn-cs"/>
              </a:rPr>
              <a:t>, making it suitable for use cases that require up-to-date insights from continuously changing </a:t>
            </a:r>
            <a:r>
              <a:rPr lang="en-GB" sz="1200" b="0" i="0" u="none" strike="noStrike" kern="1200" dirty="0">
                <a:solidFill>
                  <a:schemeClr val="tx1"/>
                </a:solidFill>
                <a:effectLst/>
                <a:latin typeface="+mn-lt"/>
                <a:ea typeface="+mn-ea"/>
                <a:cs typeface="+mn-cs"/>
              </a:rPr>
              <a:t>data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b="0" i="0" u="none" strike="noStrike" kern="1200" dirty="0">
                <a:solidFill>
                  <a:schemeClr val="tx1"/>
                </a:solidFill>
                <a:effectLst/>
                <a:latin typeface="+mn-lt"/>
                <a:ea typeface="+mn-ea"/>
                <a:cs typeface="+mn-cs"/>
              </a:rPr>
              <a:t>Offers a RESTful API, making it easy to interact with the system using simple http requests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b="0" i="0" u="none" strike="noStrike" kern="1200" dirty="0">
                <a:solidFill>
                  <a:schemeClr val="tx1"/>
                </a:solidFill>
                <a:effectLst/>
                <a:latin typeface="+mn-lt"/>
                <a:ea typeface="+mn-ea"/>
                <a:cs typeface="+mn-cs"/>
              </a:rPr>
              <a:t>Is </a:t>
            </a:r>
            <a:r>
              <a:rPr lang="en-GB" sz="1200" b="0" i="0" u="none" strike="noStrike" kern="1200" dirty="0" err="1">
                <a:solidFill>
                  <a:schemeClr val="tx1"/>
                </a:solidFill>
                <a:effectLst/>
                <a:latin typeface="+mn-lt"/>
                <a:ea typeface="+mn-ea"/>
                <a:cs typeface="+mn-cs"/>
              </a:rPr>
              <a:t>schemaless</a:t>
            </a:r>
            <a:r>
              <a:rPr lang="en-GB" sz="1200" b="0" i="0" u="none" strike="noStrike" kern="1200" dirty="0">
                <a:solidFill>
                  <a:schemeClr val="tx1"/>
                </a:solidFill>
                <a:effectLst/>
                <a:latin typeface="+mn-lt"/>
                <a:ea typeface="+mn-ea"/>
                <a:cs typeface="+mn-cs"/>
              </a:rPr>
              <a:t>, meaning we can index and search data without having to define a </a:t>
            </a:r>
            <a:r>
              <a:rPr lang="en-GB" sz="1200" b="0" i="0" u="none" strike="noStrike" kern="1200" dirty="0" err="1">
                <a:solidFill>
                  <a:schemeClr val="tx1"/>
                </a:solidFill>
                <a:effectLst/>
                <a:latin typeface="+mn-lt"/>
                <a:ea typeface="+mn-ea"/>
                <a:cs typeface="+mn-cs"/>
              </a:rPr>
              <a:t>rigit</a:t>
            </a:r>
            <a:r>
              <a:rPr lang="en-GB" sz="1200" b="0" i="0" u="none" strike="noStrike" kern="1200" dirty="0">
                <a:solidFill>
                  <a:schemeClr val="tx1"/>
                </a:solidFill>
                <a:effectLst/>
                <a:latin typeface="+mn-lt"/>
                <a:ea typeface="+mn-ea"/>
                <a:cs typeface="+mn-cs"/>
              </a:rPr>
              <a:t> schema already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b="0" i="0" u="none" strike="noStrike"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b="0" i="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b="0" i="0" kern="1200" dirty="0">
              <a:solidFill>
                <a:schemeClr val="tx1"/>
              </a:solidFill>
              <a:effectLst/>
              <a:latin typeface="+mn-lt"/>
              <a:ea typeface="+mn-ea"/>
              <a:cs typeface="+mn-cs"/>
            </a:endParaRPr>
          </a:p>
          <a:p>
            <a:endParaRPr lang="en-AT" dirty="0"/>
          </a:p>
        </p:txBody>
      </p:sp>
      <p:sp>
        <p:nvSpPr>
          <p:cNvPr id="4" name="Slide Number Placeholder 3">
            <a:extLst>
              <a:ext uri="{FF2B5EF4-FFF2-40B4-BE49-F238E27FC236}">
                <a16:creationId xmlns:a16="http://schemas.microsoft.com/office/drawing/2014/main" id="{C6C38F03-16B0-D5A7-20B1-D49ADDEDE370}"/>
              </a:ext>
            </a:extLst>
          </p:cNvPr>
          <p:cNvSpPr>
            <a:spLocks noGrp="1"/>
          </p:cNvSpPr>
          <p:nvPr>
            <p:ph type="sldNum" sz="quarter" idx="5"/>
          </p:nvPr>
        </p:nvSpPr>
        <p:spPr/>
        <p:txBody>
          <a:bodyPr/>
          <a:lstStyle/>
          <a:p>
            <a:fld id="{C9565C50-69E9-8E49-A3AB-C69605F3BCD6}" type="slidenum">
              <a:rPr lang="en-AT" smtClean="0"/>
              <a:t>7</a:t>
            </a:fld>
            <a:endParaRPr lang="en-AT"/>
          </a:p>
        </p:txBody>
      </p:sp>
    </p:spTree>
    <p:extLst>
      <p:ext uri="{BB962C8B-B14F-4D97-AF65-F5344CB8AC3E}">
        <p14:creationId xmlns:p14="http://schemas.microsoft.com/office/powerpoint/2010/main" val="15914577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8E0A9-C650-7653-7FCC-8258A4ADD4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E978A5-78D9-2525-0380-4477067A67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ECEEEE-C7FE-1847-F1D0-DDF04FCBC01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kern="1200" dirty="0">
                <a:solidFill>
                  <a:schemeClr val="tx1"/>
                </a:solidFill>
                <a:effectLst/>
                <a:latin typeface="+mn-lt"/>
                <a:ea typeface="+mn-ea"/>
                <a:cs typeface="+mn-cs"/>
              </a:rPr>
              <a:t>Data is ingested into Elasticsearch through the indexing process</a:t>
            </a:r>
            <a:endParaRPr lang="en-GB"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Analyse then tokenize and </a:t>
            </a:r>
            <a:r>
              <a:rPr lang="en-GB" sz="1200" b="0" i="0" kern="1200" dirty="0" err="1">
                <a:solidFill>
                  <a:schemeClr val="tx1"/>
                </a:solidFill>
                <a:effectLst/>
                <a:latin typeface="+mn-lt"/>
                <a:ea typeface="+mn-ea"/>
                <a:cs typeface="+mn-cs"/>
              </a:rPr>
              <a:t>thte</a:t>
            </a:r>
            <a:r>
              <a:rPr lang="en-GB" sz="1200" b="0" i="0" kern="1200" dirty="0">
                <a:solidFill>
                  <a:schemeClr val="tx1"/>
                </a:solidFill>
                <a:effectLst/>
                <a:latin typeface="+mn-lt"/>
                <a:ea typeface="+mn-ea"/>
                <a:cs typeface="+mn-cs"/>
              </a:rPr>
              <a:t> inverted index</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err="1">
                <a:solidFill>
                  <a:schemeClr val="tx1"/>
                </a:solidFill>
                <a:effectLst/>
                <a:latin typeface="+mn-lt"/>
                <a:ea typeface="+mn-ea"/>
                <a:cs typeface="+mn-cs"/>
              </a:rPr>
              <a:t>Tonkenized</a:t>
            </a:r>
            <a:r>
              <a:rPr lang="en-GB" sz="1200" b="0" i="0" kern="1200" dirty="0">
                <a:solidFill>
                  <a:schemeClr val="tx1"/>
                </a:solidFill>
                <a:effectLst/>
                <a:latin typeface="+mn-lt"/>
                <a:ea typeface="+mn-ea"/>
                <a:cs typeface="+mn-cs"/>
              </a:rPr>
              <a:t> are some steps more – that what you can see here </a:t>
            </a:r>
            <a:r>
              <a:rPr lang="en-GB" sz="1200" b="0" i="0" kern="1200" dirty="0" err="1">
                <a:solidFill>
                  <a:schemeClr val="tx1"/>
                </a:solidFill>
                <a:effectLst/>
                <a:latin typeface="+mn-lt"/>
                <a:ea typeface="+mn-ea"/>
                <a:cs typeface="+mn-cs"/>
              </a:rPr>
              <a:t>ande</a:t>
            </a:r>
            <a:r>
              <a:rPr lang="en-GB" sz="1200" b="0" i="0" kern="1200" dirty="0">
                <a:solidFill>
                  <a:schemeClr val="tx1"/>
                </a:solidFill>
                <a:effectLst/>
                <a:latin typeface="+mn-lt"/>
                <a:ea typeface="+mn-ea"/>
                <a:cs typeface="+mn-cs"/>
              </a:rPr>
              <a:t> then all is lowercased and the the is never stored because it would be useless for searching</a:t>
            </a:r>
          </a:p>
          <a:p>
            <a:endParaRPr lang="en-AT" dirty="0"/>
          </a:p>
        </p:txBody>
      </p:sp>
      <p:sp>
        <p:nvSpPr>
          <p:cNvPr id="4" name="Slide Number Placeholder 3">
            <a:extLst>
              <a:ext uri="{FF2B5EF4-FFF2-40B4-BE49-F238E27FC236}">
                <a16:creationId xmlns:a16="http://schemas.microsoft.com/office/drawing/2014/main" id="{C7F9FB4C-B26C-54BC-CA1A-AB4035EEFB0C}"/>
              </a:ext>
            </a:extLst>
          </p:cNvPr>
          <p:cNvSpPr>
            <a:spLocks noGrp="1"/>
          </p:cNvSpPr>
          <p:nvPr>
            <p:ph type="sldNum" sz="quarter" idx="5"/>
          </p:nvPr>
        </p:nvSpPr>
        <p:spPr/>
        <p:txBody>
          <a:bodyPr/>
          <a:lstStyle/>
          <a:p>
            <a:fld id="{C9565C50-69E9-8E49-A3AB-C69605F3BCD6}" type="slidenum">
              <a:rPr lang="en-AT" smtClean="0"/>
              <a:t>8</a:t>
            </a:fld>
            <a:endParaRPr lang="en-AT"/>
          </a:p>
        </p:txBody>
      </p:sp>
    </p:spTree>
    <p:extLst>
      <p:ext uri="{BB962C8B-B14F-4D97-AF65-F5344CB8AC3E}">
        <p14:creationId xmlns:p14="http://schemas.microsoft.com/office/powerpoint/2010/main" val="27564883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BF4A2-A0C2-D748-5AA1-641F229B03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8063A5-4A57-CBFC-4F24-248456D039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514AAA-2FC3-4207-37F5-0753D567A7F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i="0" kern="1200" dirty="0">
                <a:solidFill>
                  <a:schemeClr val="tx1"/>
                </a:solidFill>
                <a:effectLst/>
                <a:latin typeface="+mn-lt"/>
                <a:ea typeface="+mn-ea"/>
                <a:cs typeface="+mn-cs"/>
              </a:rPr>
              <a:t>Match</a:t>
            </a:r>
            <a:r>
              <a:rPr lang="en-GB" sz="1200" b="0" i="0" u="none" strike="noStrike" kern="1200" dirty="0">
                <a:solidFill>
                  <a:schemeClr val="tx1"/>
                </a:solidFill>
                <a:effectLst/>
                <a:latin typeface="+mn-lt"/>
                <a:ea typeface="+mn-ea"/>
                <a:cs typeface="+mn-cs"/>
              </a:rPr>
              <a:t> - full-text search, finds "Monaco Grand Prix" by typing "</a:t>
            </a:r>
            <a:r>
              <a:rPr lang="en-GB" sz="1200" b="0" i="0" u="none" strike="noStrike" kern="1200" dirty="0" err="1">
                <a:solidFill>
                  <a:schemeClr val="tx1"/>
                </a:solidFill>
                <a:effectLst/>
                <a:latin typeface="+mn-lt"/>
                <a:ea typeface="+mn-ea"/>
                <a:cs typeface="+mn-cs"/>
              </a:rPr>
              <a:t>monaco</a:t>
            </a:r>
            <a:r>
              <a:rPr lang="en-GB" sz="1200" b="0" i="0" u="none" strike="noStrike"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i="0" kern="1200" dirty="0">
                <a:solidFill>
                  <a:schemeClr val="tx1"/>
                </a:solidFill>
                <a:effectLst/>
                <a:latin typeface="+mn-lt"/>
                <a:ea typeface="+mn-ea"/>
                <a:cs typeface="+mn-cs"/>
              </a:rPr>
              <a:t>Fuzzy</a:t>
            </a:r>
            <a:r>
              <a:rPr lang="en-GB" sz="1200" b="0" i="0" u="none" strike="noStrike" kern="1200" dirty="0">
                <a:solidFill>
                  <a:schemeClr val="tx1"/>
                </a:solidFill>
                <a:effectLst/>
                <a:latin typeface="+mn-lt"/>
                <a:ea typeface="+mn-ea"/>
                <a:cs typeface="+mn-cs"/>
              </a:rPr>
              <a:t> - tolerates typos, "</a:t>
            </a:r>
            <a:r>
              <a:rPr lang="en-GB" sz="1200" b="0" i="0" u="none" strike="noStrike" kern="1200" dirty="0" err="1">
                <a:solidFill>
                  <a:schemeClr val="tx1"/>
                </a:solidFill>
                <a:effectLst/>
                <a:latin typeface="+mn-lt"/>
                <a:ea typeface="+mn-ea"/>
                <a:cs typeface="+mn-cs"/>
              </a:rPr>
              <a:t>Hamilten</a:t>
            </a:r>
            <a:r>
              <a:rPr lang="en-GB" sz="1200" b="0" i="0" u="none" strike="noStrike" kern="1200" dirty="0">
                <a:solidFill>
                  <a:schemeClr val="tx1"/>
                </a:solidFill>
                <a:effectLst/>
                <a:latin typeface="+mn-lt"/>
                <a:ea typeface="+mn-ea"/>
                <a:cs typeface="+mn-cs"/>
              </a:rPr>
              <a:t>" still finds "Hamilton”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i="0" kern="1200" dirty="0">
                <a:solidFill>
                  <a:schemeClr val="tx1"/>
                </a:solidFill>
                <a:effectLst/>
                <a:latin typeface="+mn-lt"/>
                <a:ea typeface="+mn-ea"/>
                <a:cs typeface="+mn-cs"/>
              </a:rPr>
              <a:t>Bool</a:t>
            </a:r>
            <a:r>
              <a:rPr lang="en-GB" sz="1200" b="0" i="0" u="none" strike="noStrike" kern="1200" dirty="0">
                <a:solidFill>
                  <a:schemeClr val="tx1"/>
                </a:solidFill>
                <a:effectLst/>
                <a:latin typeface="+mn-lt"/>
                <a:ea typeface="+mn-ea"/>
                <a:cs typeface="+mn-cs"/>
              </a:rPr>
              <a:t> - combines conditions, like SQL WHERE with AND/OR</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i="0" kern="1200" dirty="0">
                <a:solidFill>
                  <a:schemeClr val="tx1"/>
                </a:solidFill>
                <a:effectLst/>
                <a:latin typeface="+mn-lt"/>
                <a:ea typeface="+mn-ea"/>
                <a:cs typeface="+mn-cs"/>
              </a:rPr>
              <a:t>Aggregation</a:t>
            </a:r>
            <a:r>
              <a:rPr lang="en-GB" sz="1200" b="0" i="0" u="none" strike="noStrike" kern="1200" dirty="0">
                <a:solidFill>
                  <a:schemeClr val="tx1"/>
                </a:solidFill>
                <a:effectLst/>
                <a:latin typeface="+mn-lt"/>
                <a:ea typeface="+mn-ea"/>
                <a:cs typeface="+mn-cs"/>
              </a:rPr>
              <a:t> - group and count, like SQL GROUP BY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AT" dirty="0"/>
          </a:p>
        </p:txBody>
      </p:sp>
      <p:sp>
        <p:nvSpPr>
          <p:cNvPr id="4" name="Slide Number Placeholder 3">
            <a:extLst>
              <a:ext uri="{FF2B5EF4-FFF2-40B4-BE49-F238E27FC236}">
                <a16:creationId xmlns:a16="http://schemas.microsoft.com/office/drawing/2014/main" id="{1631C7C2-3E5C-FED8-BB29-29E466420FDA}"/>
              </a:ext>
            </a:extLst>
          </p:cNvPr>
          <p:cNvSpPr>
            <a:spLocks noGrp="1"/>
          </p:cNvSpPr>
          <p:nvPr>
            <p:ph type="sldNum" sz="quarter" idx="5"/>
          </p:nvPr>
        </p:nvSpPr>
        <p:spPr/>
        <p:txBody>
          <a:bodyPr/>
          <a:lstStyle/>
          <a:p>
            <a:fld id="{C9565C50-69E9-8E49-A3AB-C69605F3BCD6}" type="slidenum">
              <a:rPr lang="en-AT" smtClean="0"/>
              <a:t>9</a:t>
            </a:fld>
            <a:endParaRPr lang="en-AT"/>
          </a:p>
        </p:txBody>
      </p:sp>
    </p:spTree>
    <p:extLst>
      <p:ext uri="{BB962C8B-B14F-4D97-AF65-F5344CB8AC3E}">
        <p14:creationId xmlns:p14="http://schemas.microsoft.com/office/powerpoint/2010/main" val="5852703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11BDA-9E86-9C4D-9747-9983779008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D95772-CBAF-FCAB-672E-C8CA058089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2B7496-8800-3FAE-0A83-786D3CB1C21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It employs distributed search and aggregation strategies to parallelize computation and merge results from multiple shards.</a:t>
            </a:r>
            <a:endParaRPr lang="en-GB"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AT" dirty="0"/>
          </a:p>
        </p:txBody>
      </p:sp>
      <p:sp>
        <p:nvSpPr>
          <p:cNvPr id="4" name="Slide Number Placeholder 3">
            <a:extLst>
              <a:ext uri="{FF2B5EF4-FFF2-40B4-BE49-F238E27FC236}">
                <a16:creationId xmlns:a16="http://schemas.microsoft.com/office/drawing/2014/main" id="{B078E320-A4BE-7B8D-DD66-5A8B2E7872BC}"/>
              </a:ext>
            </a:extLst>
          </p:cNvPr>
          <p:cNvSpPr>
            <a:spLocks noGrp="1"/>
          </p:cNvSpPr>
          <p:nvPr>
            <p:ph type="sldNum" sz="quarter" idx="5"/>
          </p:nvPr>
        </p:nvSpPr>
        <p:spPr/>
        <p:txBody>
          <a:bodyPr/>
          <a:lstStyle/>
          <a:p>
            <a:fld id="{C9565C50-69E9-8E49-A3AB-C69605F3BCD6}" type="slidenum">
              <a:rPr lang="en-AT" smtClean="0"/>
              <a:t>10</a:t>
            </a:fld>
            <a:endParaRPr lang="en-AT"/>
          </a:p>
        </p:txBody>
      </p:sp>
    </p:spTree>
    <p:extLst>
      <p:ext uri="{BB962C8B-B14F-4D97-AF65-F5344CB8AC3E}">
        <p14:creationId xmlns:p14="http://schemas.microsoft.com/office/powerpoint/2010/main" val="37386639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31299-0189-2C8D-89C9-3D8511124E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C92200-DEAD-57C0-C50B-49670743F4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A77AEE-0601-35AB-C699-AC10D553513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GET -&gt; HTTP Methode +index name + endpoint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Query -&gt; </a:t>
            </a:r>
            <a:r>
              <a:rPr lang="en-GB" sz="1200" b="0" i="0" kern="1200" dirty="0" err="1">
                <a:solidFill>
                  <a:schemeClr val="tx1"/>
                </a:solidFill>
                <a:effectLst/>
                <a:latin typeface="+mn-lt"/>
                <a:ea typeface="+mn-ea"/>
                <a:cs typeface="+mn-cs"/>
              </a:rPr>
              <a:t>QueryDSL</a:t>
            </a:r>
            <a:r>
              <a:rPr lang="en-GB" sz="1200" b="0" i="0" kern="1200" dirty="0">
                <a:solidFill>
                  <a:schemeClr val="tx1"/>
                </a:solidFill>
                <a:effectLst/>
                <a:latin typeface="+mn-lt"/>
                <a:ea typeface="+mn-ea"/>
                <a:cs typeface="+mn-cs"/>
              </a:rPr>
              <a:t> Body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Match-&gt; </a:t>
            </a:r>
            <a:r>
              <a:rPr lang="en-GB" sz="1200" b="0" i="0" u="none" strike="noStrike" kern="1200" dirty="0">
                <a:solidFill>
                  <a:schemeClr val="tx1"/>
                </a:solidFill>
                <a:effectLst/>
                <a:latin typeface="+mn-lt"/>
                <a:ea typeface="+mn-ea"/>
                <a:cs typeface="+mn-cs"/>
              </a:rPr>
              <a:t>Query type: full-text search</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kern="1200" dirty="0">
                <a:solidFill>
                  <a:schemeClr val="tx1"/>
                </a:solidFill>
                <a:effectLst/>
                <a:latin typeface="+mn-lt"/>
                <a:ea typeface="+mn-ea"/>
                <a:cs typeface="+mn-cs"/>
              </a:rPr>
              <a:t>field: search value</a:t>
            </a:r>
            <a:br>
              <a:rPr lang="en-GB" sz="1200" b="0" i="0" u="none" strike="noStrike" kern="1200" dirty="0">
                <a:solidFill>
                  <a:schemeClr val="tx1"/>
                </a:solidFill>
                <a:effectLst/>
                <a:latin typeface="+mn-lt"/>
                <a:ea typeface="+mn-ea"/>
                <a:cs typeface="+mn-cs"/>
              </a:rPr>
            </a:br>
            <a:br>
              <a:rPr lang="en-GB" sz="1200" b="0" i="0" u="none" strike="noStrike" kern="1200" dirty="0">
                <a:solidFill>
                  <a:schemeClr val="tx1"/>
                </a:solidFill>
                <a:effectLst/>
                <a:latin typeface="+mn-lt"/>
                <a:ea typeface="+mn-ea"/>
                <a:cs typeface="+mn-cs"/>
              </a:rPr>
            </a:br>
            <a:r>
              <a:rPr lang="en-GB" sz="1200" b="0" i="0" u="none" strike="noStrike" kern="1200" dirty="0">
                <a:solidFill>
                  <a:schemeClr val="tx1"/>
                </a:solidFill>
                <a:effectLst/>
                <a:latin typeface="+mn-lt"/>
                <a:ea typeface="+mn-ea"/>
                <a:cs typeface="+mn-cs"/>
              </a:rPr>
              <a:t>Query gets all documents of driver results where the </a:t>
            </a:r>
            <a:r>
              <a:rPr lang="en-GB" sz="1200" b="0" i="0" u="none" strike="noStrike" kern="1200" dirty="0" err="1">
                <a:solidFill>
                  <a:schemeClr val="tx1"/>
                </a:solidFill>
                <a:effectLst/>
                <a:latin typeface="+mn-lt"/>
                <a:ea typeface="+mn-ea"/>
                <a:cs typeface="+mn-cs"/>
              </a:rPr>
              <a:t>race_name</a:t>
            </a:r>
            <a:r>
              <a:rPr lang="en-GB" sz="1200" b="0" i="0" u="none" strike="noStrike" kern="1200" dirty="0">
                <a:solidFill>
                  <a:schemeClr val="tx1"/>
                </a:solidFill>
                <a:effectLst/>
                <a:latin typeface="+mn-lt"/>
                <a:ea typeface="+mn-ea"/>
                <a:cs typeface="+mn-cs"/>
              </a:rPr>
              <a:t> is </a:t>
            </a:r>
            <a:r>
              <a:rPr lang="en-GB" sz="1200" b="0" i="0" u="none" strike="noStrike" kern="1200" dirty="0" err="1">
                <a:solidFill>
                  <a:schemeClr val="tx1"/>
                </a:solidFill>
                <a:effectLst/>
                <a:latin typeface="+mn-lt"/>
                <a:ea typeface="+mn-ea"/>
                <a:cs typeface="+mn-cs"/>
              </a:rPr>
              <a:t>monaco</a:t>
            </a:r>
            <a:r>
              <a:rPr lang="en-GB" sz="1200" b="0" i="0" u="none" strike="noStrike"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br>
              <a:rPr lang="en-GB" sz="1200" b="0" i="0" u="none" strike="noStrike" kern="1200" dirty="0">
                <a:solidFill>
                  <a:schemeClr val="tx1"/>
                </a:solidFill>
                <a:effectLst/>
                <a:latin typeface="+mn-lt"/>
                <a:ea typeface="+mn-ea"/>
                <a:cs typeface="+mn-cs"/>
              </a:rPr>
            </a:br>
            <a:r>
              <a:rPr lang="en-GB" sz="1200" b="1" i="0" kern="1200" dirty="0">
                <a:solidFill>
                  <a:schemeClr val="tx1"/>
                </a:solidFill>
                <a:effectLst/>
                <a:latin typeface="+mn-lt"/>
                <a:ea typeface="+mn-ea"/>
                <a:cs typeface="+mn-cs"/>
              </a:rPr>
              <a:t>Match</a:t>
            </a:r>
            <a:r>
              <a:rPr lang="en-GB" sz="1200" b="0" i="0" u="none" strike="noStrike" kern="1200" dirty="0">
                <a:solidFill>
                  <a:schemeClr val="tx1"/>
                </a:solidFill>
                <a:effectLst/>
                <a:latin typeface="+mn-lt"/>
                <a:ea typeface="+mn-ea"/>
                <a:cs typeface="+mn-cs"/>
              </a:rPr>
              <a:t> - full-text search, finds "Monaco Grand Prix" by typing "</a:t>
            </a:r>
            <a:r>
              <a:rPr lang="en-GB" sz="1200" b="0" i="0" u="none" strike="noStrike" kern="1200" dirty="0" err="1">
                <a:solidFill>
                  <a:schemeClr val="tx1"/>
                </a:solidFill>
                <a:effectLst/>
                <a:latin typeface="+mn-lt"/>
                <a:ea typeface="+mn-ea"/>
                <a:cs typeface="+mn-cs"/>
              </a:rPr>
              <a:t>monaco</a:t>
            </a:r>
            <a:r>
              <a:rPr lang="en-GB" sz="1200" b="0" i="0" u="none" strike="noStrike"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i="0" kern="1200" dirty="0">
                <a:solidFill>
                  <a:schemeClr val="tx1"/>
                </a:solidFill>
                <a:effectLst/>
                <a:latin typeface="+mn-lt"/>
                <a:ea typeface="+mn-ea"/>
                <a:cs typeface="+mn-cs"/>
              </a:rPr>
              <a:t>Fuzzy</a:t>
            </a:r>
            <a:r>
              <a:rPr lang="en-GB" sz="1200" b="0" i="0" u="none" strike="noStrike" kern="1200" dirty="0">
                <a:solidFill>
                  <a:schemeClr val="tx1"/>
                </a:solidFill>
                <a:effectLst/>
                <a:latin typeface="+mn-lt"/>
                <a:ea typeface="+mn-ea"/>
                <a:cs typeface="+mn-cs"/>
              </a:rPr>
              <a:t> - tolerates typos, "</a:t>
            </a:r>
            <a:r>
              <a:rPr lang="en-GB" sz="1200" b="0" i="0" u="none" strike="noStrike" kern="1200" dirty="0" err="1">
                <a:solidFill>
                  <a:schemeClr val="tx1"/>
                </a:solidFill>
                <a:effectLst/>
                <a:latin typeface="+mn-lt"/>
                <a:ea typeface="+mn-ea"/>
                <a:cs typeface="+mn-cs"/>
              </a:rPr>
              <a:t>Hamilten</a:t>
            </a:r>
            <a:r>
              <a:rPr lang="en-GB" sz="1200" b="0" i="0" u="none" strike="noStrike" kern="1200" dirty="0">
                <a:solidFill>
                  <a:schemeClr val="tx1"/>
                </a:solidFill>
                <a:effectLst/>
                <a:latin typeface="+mn-lt"/>
                <a:ea typeface="+mn-ea"/>
                <a:cs typeface="+mn-cs"/>
              </a:rPr>
              <a:t>" still finds "Hamilton”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i="0" kern="1200" dirty="0">
                <a:solidFill>
                  <a:schemeClr val="tx1"/>
                </a:solidFill>
                <a:effectLst/>
                <a:latin typeface="+mn-lt"/>
                <a:ea typeface="+mn-ea"/>
                <a:cs typeface="+mn-cs"/>
              </a:rPr>
              <a:t>Bool</a:t>
            </a:r>
            <a:r>
              <a:rPr lang="en-GB" sz="1200" b="0" i="0" u="none" strike="noStrike" kern="1200" dirty="0">
                <a:solidFill>
                  <a:schemeClr val="tx1"/>
                </a:solidFill>
                <a:effectLst/>
                <a:latin typeface="+mn-lt"/>
                <a:ea typeface="+mn-ea"/>
                <a:cs typeface="+mn-cs"/>
              </a:rPr>
              <a:t> - combines conditions, like SQL WHERE with AND/OR</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i="0" kern="1200" dirty="0">
                <a:solidFill>
                  <a:schemeClr val="tx1"/>
                </a:solidFill>
                <a:effectLst/>
                <a:latin typeface="+mn-lt"/>
                <a:ea typeface="+mn-ea"/>
                <a:cs typeface="+mn-cs"/>
              </a:rPr>
              <a:t>Aggregation</a:t>
            </a:r>
            <a:r>
              <a:rPr lang="en-GB" sz="1200" b="0" i="0" u="none" strike="noStrike" kern="1200" dirty="0">
                <a:solidFill>
                  <a:schemeClr val="tx1"/>
                </a:solidFill>
                <a:effectLst/>
                <a:latin typeface="+mn-lt"/>
                <a:ea typeface="+mn-ea"/>
                <a:cs typeface="+mn-cs"/>
              </a:rPr>
              <a:t> - group and count, like SQL GROUP BY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T" dirty="0"/>
          </a:p>
        </p:txBody>
      </p:sp>
      <p:sp>
        <p:nvSpPr>
          <p:cNvPr id="4" name="Slide Number Placeholder 3">
            <a:extLst>
              <a:ext uri="{FF2B5EF4-FFF2-40B4-BE49-F238E27FC236}">
                <a16:creationId xmlns:a16="http://schemas.microsoft.com/office/drawing/2014/main" id="{74D0EEC9-47A7-F691-D36B-5BF05A027F0F}"/>
              </a:ext>
            </a:extLst>
          </p:cNvPr>
          <p:cNvSpPr>
            <a:spLocks noGrp="1"/>
          </p:cNvSpPr>
          <p:nvPr>
            <p:ph type="sldNum" sz="quarter" idx="5"/>
          </p:nvPr>
        </p:nvSpPr>
        <p:spPr/>
        <p:txBody>
          <a:bodyPr/>
          <a:lstStyle/>
          <a:p>
            <a:fld id="{C9565C50-69E9-8E49-A3AB-C69605F3BCD6}" type="slidenum">
              <a:rPr lang="en-AT" smtClean="0"/>
              <a:t>11</a:t>
            </a:fld>
            <a:endParaRPr lang="en-AT"/>
          </a:p>
        </p:txBody>
      </p:sp>
    </p:spTree>
    <p:extLst>
      <p:ext uri="{BB962C8B-B14F-4D97-AF65-F5344CB8AC3E}">
        <p14:creationId xmlns:p14="http://schemas.microsoft.com/office/powerpoint/2010/main" val="6022346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CB3E3-77D4-EA37-7D52-31157EED6D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C4FFE6-81C1-3B4A-1883-C1B136128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93512F-B1FA-EB6F-32A1-33E9BE6AB437}"/>
              </a:ext>
            </a:extLst>
          </p:cNvPr>
          <p:cNvSpPr>
            <a:spLocks noGrp="1"/>
          </p:cNvSpPr>
          <p:nvPr>
            <p:ph type="body" idx="1"/>
          </p:nvPr>
        </p:nvSpPr>
        <p:spPr/>
        <p:txBody>
          <a:bodyPr/>
          <a:lstStyle/>
          <a:p>
            <a:r>
              <a:rPr lang="en-GB" sz="1200" b="0" i="0" kern="1200" dirty="0">
                <a:solidFill>
                  <a:schemeClr val="tx1"/>
                </a:solidFill>
                <a:effectLst/>
                <a:latin typeface="+mn-lt"/>
                <a:ea typeface="+mn-ea"/>
                <a:cs typeface="+mn-cs"/>
              </a:rPr>
              <a:t>The key fields worth pointing out on your slide:</a:t>
            </a:r>
          </a:p>
          <a:p>
            <a:r>
              <a:rPr lang="en-GB" sz="1200" b="1" i="0" kern="1200" dirty="0">
                <a:solidFill>
                  <a:schemeClr val="tx1"/>
                </a:solidFill>
                <a:effectLst/>
                <a:latin typeface="+mn-lt"/>
                <a:ea typeface="+mn-ea"/>
                <a:cs typeface="+mn-cs"/>
              </a:rPr>
              <a:t>took</a:t>
            </a:r>
            <a:r>
              <a:rPr lang="en-GB" sz="1200" b="0" i="0" kern="1200" dirty="0">
                <a:solidFill>
                  <a:schemeClr val="tx1"/>
                </a:solidFill>
                <a:effectLst/>
                <a:latin typeface="+mn-lt"/>
                <a:ea typeface="+mn-ea"/>
                <a:cs typeface="+mn-cs"/>
              </a:rPr>
              <a:t> — how many milliseconds the query took (3ms!)</a:t>
            </a:r>
          </a:p>
          <a:p>
            <a:r>
              <a:rPr lang="en-GB" sz="1200" b="1" i="0" kern="1200" dirty="0" err="1">
                <a:solidFill>
                  <a:schemeClr val="tx1"/>
                </a:solidFill>
                <a:effectLst/>
                <a:latin typeface="+mn-lt"/>
                <a:ea typeface="+mn-ea"/>
                <a:cs typeface="+mn-cs"/>
              </a:rPr>
              <a:t>total.value</a:t>
            </a:r>
            <a:r>
              <a:rPr lang="en-GB" sz="1200" b="0" i="0" kern="1200" dirty="0">
                <a:solidFill>
                  <a:schemeClr val="tx1"/>
                </a:solidFill>
                <a:effectLst/>
                <a:latin typeface="+mn-lt"/>
                <a:ea typeface="+mn-ea"/>
                <a:cs typeface="+mn-cs"/>
              </a:rPr>
              <a:t> — total number of matching documents (418 — remember, one per driver result)</a:t>
            </a:r>
          </a:p>
          <a:p>
            <a:r>
              <a:rPr lang="en-GB" sz="1200" b="1" i="0" kern="1200" dirty="0">
                <a:solidFill>
                  <a:schemeClr val="tx1"/>
                </a:solidFill>
                <a:effectLst/>
                <a:latin typeface="+mn-lt"/>
                <a:ea typeface="+mn-ea"/>
                <a:cs typeface="+mn-cs"/>
              </a:rPr>
              <a:t>_score</a:t>
            </a:r>
            <a:r>
              <a:rPr lang="en-GB" sz="1200" b="0" i="0" kern="1200" dirty="0">
                <a:solidFill>
                  <a:schemeClr val="tx1"/>
                </a:solidFill>
                <a:effectLst/>
                <a:latin typeface="+mn-lt"/>
                <a:ea typeface="+mn-ea"/>
                <a:cs typeface="+mn-cs"/>
              </a:rPr>
              <a:t> — the relevance score, higher = better match</a:t>
            </a:r>
          </a:p>
          <a:p>
            <a:r>
              <a:rPr lang="en-GB" sz="1200" b="1" i="0" kern="1200" dirty="0">
                <a:solidFill>
                  <a:schemeClr val="tx1"/>
                </a:solidFill>
                <a:effectLst/>
                <a:latin typeface="+mn-lt"/>
                <a:ea typeface="+mn-ea"/>
                <a:cs typeface="+mn-cs"/>
              </a:rPr>
              <a:t>_source</a:t>
            </a:r>
            <a:r>
              <a:rPr lang="en-GB" sz="1200" b="0" i="0" kern="1200" dirty="0">
                <a:solidFill>
                  <a:schemeClr val="tx1"/>
                </a:solidFill>
                <a:effectLst/>
                <a:latin typeface="+mn-lt"/>
                <a:ea typeface="+mn-ea"/>
                <a:cs typeface="+mn-cs"/>
              </a:rPr>
              <a:t> — the actual document data you indexed</a:t>
            </a:r>
          </a:p>
        </p:txBody>
      </p:sp>
      <p:sp>
        <p:nvSpPr>
          <p:cNvPr id="4" name="Slide Number Placeholder 3">
            <a:extLst>
              <a:ext uri="{FF2B5EF4-FFF2-40B4-BE49-F238E27FC236}">
                <a16:creationId xmlns:a16="http://schemas.microsoft.com/office/drawing/2014/main" id="{5CDAC94C-B877-45B7-4B8B-77D1C4B27D31}"/>
              </a:ext>
            </a:extLst>
          </p:cNvPr>
          <p:cNvSpPr>
            <a:spLocks noGrp="1"/>
          </p:cNvSpPr>
          <p:nvPr>
            <p:ph type="sldNum" sz="quarter" idx="5"/>
          </p:nvPr>
        </p:nvSpPr>
        <p:spPr/>
        <p:txBody>
          <a:bodyPr/>
          <a:lstStyle/>
          <a:p>
            <a:fld id="{C9565C50-69E9-8E49-A3AB-C69605F3BCD6}" type="slidenum">
              <a:rPr lang="en-AT" smtClean="0"/>
              <a:t>12</a:t>
            </a:fld>
            <a:endParaRPr lang="en-AT"/>
          </a:p>
        </p:txBody>
      </p:sp>
    </p:spTree>
    <p:extLst>
      <p:ext uri="{BB962C8B-B14F-4D97-AF65-F5344CB8AC3E}">
        <p14:creationId xmlns:p14="http://schemas.microsoft.com/office/powerpoint/2010/main" val="32437571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ECCA7-4D49-FE9D-9AA0-C3CB76DD1E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D7BFCF-DEC2-04F1-6C27-42E1310875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3DC1BF-37AC-E219-C92F-9A486435762D}"/>
              </a:ext>
            </a:extLst>
          </p:cNvPr>
          <p:cNvSpPr>
            <a:spLocks noGrp="1"/>
          </p:cNvSpPr>
          <p:nvPr>
            <p:ph type="body" idx="1"/>
          </p:nvPr>
        </p:nvSpPr>
        <p:spPr/>
        <p:txBody>
          <a:bodyPr/>
          <a:lstStyle/>
          <a:p>
            <a:pPr lvl="1"/>
            <a:r>
              <a:rPr lang="en-AT" dirty="0"/>
              <a:t>Aggregations over sales figures, user behavior or financial records generate dashboards and reports without requiring a separate BI platform.</a:t>
            </a:r>
            <a:br>
              <a:rPr lang="en-AT" dirty="0"/>
            </a:br>
            <a:r>
              <a:rPr lang="en-GB" dirty="0" err="1"/>
              <a:t>Aggregationen</a:t>
            </a:r>
            <a:r>
              <a:rPr lang="en-GB" dirty="0"/>
              <a:t> von </a:t>
            </a:r>
            <a:r>
              <a:rPr lang="en-GB" dirty="0" err="1"/>
              <a:t>Verkaufszahlen</a:t>
            </a:r>
            <a:r>
              <a:rPr lang="en-GB" dirty="0"/>
              <a:t>, </a:t>
            </a:r>
            <a:r>
              <a:rPr lang="en-GB" dirty="0" err="1"/>
              <a:t>Nutzerverhalten</a:t>
            </a:r>
            <a:r>
              <a:rPr lang="en-GB" dirty="0"/>
              <a:t> </a:t>
            </a:r>
            <a:r>
              <a:rPr lang="en-GB" dirty="0" err="1"/>
              <a:t>oder</a:t>
            </a:r>
            <a:r>
              <a:rPr lang="en-GB" dirty="0"/>
              <a:t> </a:t>
            </a:r>
            <a:r>
              <a:rPr lang="en-GB" dirty="0" err="1"/>
              <a:t>Finanzdaten</a:t>
            </a:r>
            <a:r>
              <a:rPr lang="en-GB" dirty="0"/>
              <a:t> </a:t>
            </a:r>
            <a:r>
              <a:rPr lang="en-GB" dirty="0" err="1"/>
              <a:t>ermöglichen</a:t>
            </a:r>
            <a:r>
              <a:rPr lang="en-GB" dirty="0"/>
              <a:t> die </a:t>
            </a:r>
            <a:r>
              <a:rPr lang="en-GB" dirty="0" err="1"/>
              <a:t>Erstellung</a:t>
            </a:r>
            <a:r>
              <a:rPr lang="en-GB" dirty="0"/>
              <a:t> von Dashboards und </a:t>
            </a:r>
            <a:r>
              <a:rPr lang="en-GB" dirty="0" err="1"/>
              <a:t>Berichten</a:t>
            </a:r>
            <a:r>
              <a:rPr lang="en-GB" dirty="0"/>
              <a:t>, </a:t>
            </a:r>
            <a:r>
              <a:rPr lang="en-GB" dirty="0" err="1"/>
              <a:t>ohne</a:t>
            </a:r>
            <a:r>
              <a:rPr lang="en-GB" dirty="0"/>
              <a:t> </a:t>
            </a:r>
            <a:r>
              <a:rPr lang="en-GB" dirty="0" err="1"/>
              <a:t>dass</a:t>
            </a:r>
            <a:r>
              <a:rPr lang="en-GB" dirty="0"/>
              <a:t> </a:t>
            </a:r>
            <a:r>
              <a:rPr lang="en-GB" dirty="0" err="1"/>
              <a:t>eine</a:t>
            </a:r>
            <a:r>
              <a:rPr lang="en-GB" dirty="0"/>
              <a:t> separate BI-</a:t>
            </a:r>
            <a:r>
              <a:rPr lang="en-GB" dirty="0" err="1"/>
              <a:t>Plattform</a:t>
            </a:r>
            <a:r>
              <a:rPr lang="en-GB" dirty="0"/>
              <a:t> </a:t>
            </a:r>
            <a:r>
              <a:rPr lang="en-GB" dirty="0" err="1"/>
              <a:t>erforderlich</a:t>
            </a:r>
            <a:r>
              <a:rPr lang="en-GB" dirty="0"/>
              <a:t> </a:t>
            </a:r>
            <a:r>
              <a:rPr lang="en-GB" dirty="0" err="1"/>
              <a:t>ist</a:t>
            </a:r>
            <a:r>
              <a:rPr lang="en-GB" dirty="0"/>
              <a:t>.</a:t>
            </a:r>
            <a:endParaRPr lang="en-AT" dirty="0"/>
          </a:p>
          <a:p>
            <a:pPr lvl="1"/>
            <a:r>
              <a:rPr lang="en-AT" dirty="0"/>
              <a:t>geo_point fields allow proximity quer  ies, radius filters and map-based visualizations — used in booking platforms, logistics and asset tracking</a:t>
            </a:r>
          </a:p>
          <a:p>
            <a:pPr lvl="1"/>
            <a:r>
              <a:rPr lang="en-GB" sz="1200" b="0" i="0" u="none" strike="noStrike" kern="1200" dirty="0">
                <a:solidFill>
                  <a:schemeClr val="tx1"/>
                </a:solidFill>
                <a:effectLst/>
                <a:latin typeface="+mn-lt"/>
                <a:ea typeface="+mn-ea"/>
                <a:cs typeface="+mn-cs"/>
              </a:rPr>
              <a:t>Geospatial Search </a:t>
            </a:r>
            <a:r>
              <a:rPr lang="en-GB" sz="1200" b="0" i="0" u="none" strike="noStrike" kern="1200" dirty="0" err="1">
                <a:solidFill>
                  <a:schemeClr val="tx1"/>
                </a:solidFill>
                <a:effectLst/>
                <a:latin typeface="+mn-lt"/>
                <a:ea typeface="+mn-ea"/>
                <a:cs typeface="+mn-cs"/>
              </a:rPr>
              <a:t>ermöglicht</a:t>
            </a:r>
            <a:r>
              <a:rPr lang="en-GB" sz="1200" b="0" i="0" u="none" strike="noStrike" kern="1200" dirty="0">
                <a:solidFill>
                  <a:schemeClr val="tx1"/>
                </a:solidFill>
                <a:effectLst/>
                <a:latin typeface="+mn-lt"/>
                <a:ea typeface="+mn-ea"/>
                <a:cs typeface="+mn-cs"/>
              </a:rPr>
              <a:t> die </a:t>
            </a:r>
            <a:r>
              <a:rPr lang="en-GB" sz="1200" b="0" i="0" u="none" strike="noStrike" kern="1200" dirty="0" err="1">
                <a:solidFill>
                  <a:schemeClr val="tx1"/>
                </a:solidFill>
                <a:effectLst/>
                <a:latin typeface="+mn-lt"/>
                <a:ea typeface="+mn-ea"/>
                <a:cs typeface="+mn-cs"/>
              </a:rPr>
              <a:t>Suche</a:t>
            </a:r>
            <a:r>
              <a:rPr lang="en-GB" sz="1200" b="0" i="0" u="none" strike="noStrike" kern="1200" dirty="0">
                <a:solidFill>
                  <a:schemeClr val="tx1"/>
                </a:solidFill>
                <a:effectLst/>
                <a:latin typeface="+mn-lt"/>
                <a:ea typeface="+mn-ea"/>
                <a:cs typeface="+mn-cs"/>
              </a:rPr>
              <a:t> und </a:t>
            </a:r>
            <a:r>
              <a:rPr lang="en-GB" sz="1200" b="0" i="0" u="none" strike="noStrike" kern="1200" dirty="0" err="1">
                <a:solidFill>
                  <a:schemeClr val="tx1"/>
                </a:solidFill>
                <a:effectLst/>
                <a:latin typeface="+mn-lt"/>
                <a:ea typeface="+mn-ea"/>
                <a:cs typeface="+mn-cs"/>
              </a:rPr>
              <a:t>Filterung</a:t>
            </a:r>
            <a:r>
              <a:rPr lang="en-GB" sz="1200" b="0" i="0" u="none" strike="noStrike" kern="1200" dirty="0">
                <a:solidFill>
                  <a:schemeClr val="tx1"/>
                </a:solidFill>
                <a:effectLst/>
                <a:latin typeface="+mn-lt"/>
                <a:ea typeface="+mn-ea"/>
                <a:cs typeface="+mn-cs"/>
              </a:rPr>
              <a:t> von </a:t>
            </a:r>
            <a:r>
              <a:rPr lang="en-GB" sz="1200" b="0" i="0" u="none" strike="noStrike" kern="1200" dirty="0" err="1">
                <a:solidFill>
                  <a:schemeClr val="tx1"/>
                </a:solidFill>
                <a:effectLst/>
                <a:latin typeface="+mn-lt"/>
                <a:ea typeface="+mn-ea"/>
                <a:cs typeface="+mn-cs"/>
              </a:rPr>
              <a:t>Daten</a:t>
            </a:r>
            <a:r>
              <a:rPr lang="en-GB" sz="1200" b="0" i="0" u="none" strike="noStrike" kern="1200" dirty="0">
                <a:solidFill>
                  <a:schemeClr val="tx1"/>
                </a:solidFill>
                <a:effectLst/>
                <a:latin typeface="+mn-lt"/>
                <a:ea typeface="+mn-ea"/>
                <a:cs typeface="+mn-cs"/>
              </a:rPr>
              <a:t> </a:t>
            </a:r>
            <a:r>
              <a:rPr lang="en-GB" sz="1200" b="0" i="0" u="none" strike="noStrike" kern="1200" dirty="0" err="1">
                <a:solidFill>
                  <a:schemeClr val="tx1"/>
                </a:solidFill>
                <a:effectLst/>
                <a:latin typeface="+mn-lt"/>
                <a:ea typeface="+mn-ea"/>
                <a:cs typeface="+mn-cs"/>
              </a:rPr>
              <a:t>anhand</a:t>
            </a:r>
            <a:r>
              <a:rPr lang="en-GB" sz="1200" b="0" i="0" u="none" strike="noStrike" kern="1200" dirty="0">
                <a:solidFill>
                  <a:schemeClr val="tx1"/>
                </a:solidFill>
                <a:effectLst/>
                <a:latin typeface="+mn-lt"/>
                <a:ea typeface="+mn-ea"/>
                <a:cs typeface="+mn-cs"/>
              </a:rPr>
              <a:t> </a:t>
            </a:r>
            <a:r>
              <a:rPr lang="en-GB" sz="1200" b="0" i="0" u="none" strike="noStrike" kern="1200" dirty="0" err="1">
                <a:solidFill>
                  <a:schemeClr val="tx1"/>
                </a:solidFill>
                <a:effectLst/>
                <a:latin typeface="+mn-lt"/>
                <a:ea typeface="+mn-ea"/>
                <a:cs typeface="+mn-cs"/>
              </a:rPr>
              <a:t>geografischer</a:t>
            </a:r>
            <a:r>
              <a:rPr lang="en-GB" sz="1200" b="0" i="0" u="none" strike="noStrike" kern="1200" dirty="0">
                <a:solidFill>
                  <a:schemeClr val="tx1"/>
                </a:solidFill>
                <a:effectLst/>
                <a:latin typeface="+mn-lt"/>
                <a:ea typeface="+mn-ea"/>
                <a:cs typeface="+mn-cs"/>
              </a:rPr>
              <a:t> </a:t>
            </a:r>
            <a:r>
              <a:rPr lang="en-GB" sz="1200" b="0" i="0" u="none" strike="noStrike" kern="1200" dirty="0" err="1">
                <a:solidFill>
                  <a:schemeClr val="tx1"/>
                </a:solidFill>
                <a:effectLst/>
                <a:latin typeface="+mn-lt"/>
                <a:ea typeface="+mn-ea"/>
                <a:cs typeface="+mn-cs"/>
              </a:rPr>
              <a:t>Koordinaten</a:t>
            </a:r>
            <a:r>
              <a:rPr lang="en-GB" sz="1200" b="0" i="0" u="none" strike="noStrike" kern="1200" dirty="0">
                <a:solidFill>
                  <a:schemeClr val="tx1"/>
                </a:solidFill>
                <a:effectLst/>
                <a:latin typeface="+mn-lt"/>
                <a:ea typeface="+mn-ea"/>
                <a:cs typeface="+mn-cs"/>
              </a:rPr>
              <a:t>, </a:t>
            </a:r>
            <a:r>
              <a:rPr lang="en-GB" sz="1200" b="0" i="0" u="none" strike="noStrike" kern="1200" dirty="0" err="1">
                <a:solidFill>
                  <a:schemeClr val="tx1"/>
                </a:solidFill>
                <a:effectLst/>
                <a:latin typeface="+mn-lt"/>
                <a:ea typeface="+mn-ea"/>
                <a:cs typeface="+mn-cs"/>
              </a:rPr>
              <a:t>wie</a:t>
            </a:r>
            <a:r>
              <a:rPr lang="en-GB" sz="1200" b="0" i="0" u="none" strike="noStrike" kern="1200" dirty="0">
                <a:solidFill>
                  <a:schemeClr val="tx1"/>
                </a:solidFill>
                <a:effectLst/>
                <a:latin typeface="+mn-lt"/>
                <a:ea typeface="+mn-ea"/>
                <a:cs typeface="+mn-cs"/>
              </a:rPr>
              <a:t> </a:t>
            </a:r>
            <a:r>
              <a:rPr lang="en-GB" sz="1200" b="0" i="0" u="none" strike="noStrike" kern="1200" dirty="0" err="1">
                <a:solidFill>
                  <a:schemeClr val="tx1"/>
                </a:solidFill>
                <a:effectLst/>
                <a:latin typeface="+mn-lt"/>
                <a:ea typeface="+mn-ea"/>
                <a:cs typeface="+mn-cs"/>
              </a:rPr>
              <a:t>zum</a:t>
            </a:r>
            <a:r>
              <a:rPr lang="en-GB" sz="1200" b="0" i="0" u="none" strike="noStrike" kern="1200" dirty="0">
                <a:solidFill>
                  <a:schemeClr val="tx1"/>
                </a:solidFill>
                <a:effectLst/>
                <a:latin typeface="+mn-lt"/>
                <a:ea typeface="+mn-ea"/>
                <a:cs typeface="+mn-cs"/>
              </a:rPr>
              <a:t> </a:t>
            </a:r>
            <a:r>
              <a:rPr lang="en-GB" sz="1200" b="0" i="0" u="none" strike="noStrike" kern="1200" dirty="0" err="1">
                <a:solidFill>
                  <a:schemeClr val="tx1"/>
                </a:solidFill>
                <a:effectLst/>
                <a:latin typeface="+mn-lt"/>
                <a:ea typeface="+mn-ea"/>
                <a:cs typeface="+mn-cs"/>
              </a:rPr>
              <a:t>Beispiel</a:t>
            </a:r>
            <a:r>
              <a:rPr lang="en-GB" sz="1200" b="0" i="0" u="none" strike="noStrike" kern="1200" dirty="0">
                <a:solidFill>
                  <a:schemeClr val="tx1"/>
                </a:solidFill>
                <a:effectLst/>
                <a:latin typeface="+mn-lt"/>
                <a:ea typeface="+mn-ea"/>
                <a:cs typeface="+mn-cs"/>
              </a:rPr>
              <a:t> das </a:t>
            </a:r>
            <a:r>
              <a:rPr lang="en-GB" sz="1200" b="0" i="0" u="none" strike="noStrike" kern="1200" dirty="0" err="1">
                <a:solidFill>
                  <a:schemeClr val="tx1"/>
                </a:solidFill>
                <a:effectLst/>
                <a:latin typeface="+mn-lt"/>
                <a:ea typeface="+mn-ea"/>
                <a:cs typeface="+mn-cs"/>
              </a:rPr>
              <a:t>Anzeigen</a:t>
            </a:r>
            <a:r>
              <a:rPr lang="en-GB" sz="1200" b="0" i="0" u="none" strike="noStrike" kern="1200" dirty="0">
                <a:solidFill>
                  <a:schemeClr val="tx1"/>
                </a:solidFill>
                <a:effectLst/>
                <a:latin typeface="+mn-lt"/>
                <a:ea typeface="+mn-ea"/>
                <a:cs typeface="+mn-cs"/>
              </a:rPr>
              <a:t> </a:t>
            </a:r>
            <a:r>
              <a:rPr lang="en-GB" sz="1200" b="0" i="0" u="none" strike="noStrike" kern="1200" dirty="0" err="1">
                <a:solidFill>
                  <a:schemeClr val="tx1"/>
                </a:solidFill>
                <a:effectLst/>
                <a:latin typeface="+mn-lt"/>
                <a:ea typeface="+mn-ea"/>
                <a:cs typeface="+mn-cs"/>
              </a:rPr>
              <a:t>aller</a:t>
            </a:r>
            <a:r>
              <a:rPr lang="en-GB" sz="1200" b="0" i="0" u="none" strike="noStrike" kern="1200" dirty="0">
                <a:solidFill>
                  <a:schemeClr val="tx1"/>
                </a:solidFill>
                <a:effectLst/>
                <a:latin typeface="+mn-lt"/>
                <a:ea typeface="+mn-ea"/>
                <a:cs typeface="+mn-cs"/>
              </a:rPr>
              <a:t> F1-Strecken auf </a:t>
            </a:r>
            <a:r>
              <a:rPr lang="en-GB" sz="1200" b="0" i="0" u="none" strike="noStrike" kern="1200" dirty="0" err="1">
                <a:solidFill>
                  <a:schemeClr val="tx1"/>
                </a:solidFill>
                <a:effectLst/>
                <a:latin typeface="+mn-lt"/>
                <a:ea typeface="+mn-ea"/>
                <a:cs typeface="+mn-cs"/>
              </a:rPr>
              <a:t>einer</a:t>
            </a:r>
            <a:r>
              <a:rPr lang="en-GB" sz="1200" b="0" i="0" u="none" strike="noStrike" kern="1200" dirty="0">
                <a:solidFill>
                  <a:schemeClr val="tx1"/>
                </a:solidFill>
                <a:effectLst/>
                <a:latin typeface="+mn-lt"/>
                <a:ea typeface="+mn-ea"/>
                <a:cs typeface="+mn-cs"/>
              </a:rPr>
              <a:t> </a:t>
            </a:r>
            <a:r>
              <a:rPr lang="en-GB" sz="1200" b="0" i="0" u="none" strike="noStrike" kern="1200" dirty="0" err="1">
                <a:solidFill>
                  <a:schemeClr val="tx1"/>
                </a:solidFill>
                <a:effectLst/>
                <a:latin typeface="+mn-lt"/>
                <a:ea typeface="+mn-ea"/>
                <a:cs typeface="+mn-cs"/>
              </a:rPr>
              <a:t>Weltkarte</a:t>
            </a:r>
            <a:r>
              <a:rPr lang="en-GB" sz="1200" b="0" i="0" u="none" strike="noStrike" kern="1200" dirty="0">
                <a:solidFill>
                  <a:schemeClr val="tx1"/>
                </a:solidFill>
                <a:effectLst/>
                <a:latin typeface="+mn-lt"/>
                <a:ea typeface="+mn-ea"/>
                <a:cs typeface="+mn-cs"/>
              </a:rPr>
              <a:t>.</a:t>
            </a:r>
            <a:endParaRPr lang="en-AT" dirty="0"/>
          </a:p>
        </p:txBody>
      </p:sp>
      <p:sp>
        <p:nvSpPr>
          <p:cNvPr id="4" name="Slide Number Placeholder 3">
            <a:extLst>
              <a:ext uri="{FF2B5EF4-FFF2-40B4-BE49-F238E27FC236}">
                <a16:creationId xmlns:a16="http://schemas.microsoft.com/office/drawing/2014/main" id="{A56098C9-5013-0958-709C-AFD18D7C1F2C}"/>
              </a:ext>
            </a:extLst>
          </p:cNvPr>
          <p:cNvSpPr>
            <a:spLocks noGrp="1"/>
          </p:cNvSpPr>
          <p:nvPr>
            <p:ph type="sldNum" sz="quarter" idx="5"/>
          </p:nvPr>
        </p:nvSpPr>
        <p:spPr/>
        <p:txBody>
          <a:bodyPr/>
          <a:lstStyle/>
          <a:p>
            <a:fld id="{C9565C50-69E9-8E49-A3AB-C69605F3BCD6}" type="slidenum">
              <a:rPr lang="en-AT" smtClean="0"/>
              <a:t>13</a:t>
            </a:fld>
            <a:endParaRPr lang="en-AT"/>
          </a:p>
        </p:txBody>
      </p:sp>
    </p:spTree>
    <p:extLst>
      <p:ext uri="{BB962C8B-B14F-4D97-AF65-F5344CB8AC3E}">
        <p14:creationId xmlns:p14="http://schemas.microsoft.com/office/powerpoint/2010/main" val="23563243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AT" dirty="0"/>
              <a:t>Horizontal scalability — new nodes can be added to a cluster at any time to absorb growing data volumes and query loads.</a:t>
            </a:r>
          </a:p>
          <a:p>
            <a:pPr lvl="1"/>
            <a:r>
              <a:rPr lang="en-AT" dirty="0"/>
              <a:t>Near real-time search and analytics — the inverted index delivers results across terabytes of data in milliseconds.</a:t>
            </a:r>
          </a:p>
          <a:p>
            <a:pPr lvl="1"/>
            <a:r>
              <a:rPr lang="en-AT" dirty="0"/>
              <a:t>Flexible Query DSL — supports full-text, fuzzy, geo, bool, range and aggregation queries all in one system.</a:t>
            </a:r>
          </a:p>
          <a:p>
            <a:pPr lvl="1"/>
            <a:r>
              <a:rPr lang="en-AT" dirty="0"/>
              <a:t>Rich ecosystem — Kibana, Logstash and Beats cover visualization, ingestion and data shipping out of the box.</a:t>
            </a:r>
          </a:p>
          <a:p>
            <a:pPr lvl="1"/>
            <a:br>
              <a:rPr lang="en-AT" dirty="0"/>
            </a:br>
            <a:br>
              <a:rPr lang="en-AT" dirty="0"/>
            </a:br>
            <a:r>
              <a:rPr lang="en-AT" dirty="0"/>
              <a:t>Complex setup — cluster sizing, JVM tuning, shard allocation and security configuration demand significant expertise.</a:t>
            </a:r>
          </a:p>
          <a:p>
            <a:pPr lvl="1"/>
            <a:r>
              <a:rPr lang="en-AT" dirty="0"/>
              <a:t>Resource intensive — even moderate deployments require substantial CPU, memory and disk; under-provisioning causes instability.</a:t>
            </a:r>
          </a:p>
          <a:p>
            <a:pPr lvl="1"/>
            <a:r>
              <a:rPr lang="en-AT" dirty="0"/>
              <a:t>No ACID transactions — only eventual consistency, making it unsuitable for use cases that require strict data integrity.</a:t>
            </a:r>
          </a:p>
          <a:p>
            <a:endParaRPr lang="en-AT" dirty="0"/>
          </a:p>
        </p:txBody>
      </p:sp>
      <p:sp>
        <p:nvSpPr>
          <p:cNvPr id="4" name="Slide Number Placeholder 3"/>
          <p:cNvSpPr>
            <a:spLocks noGrp="1"/>
          </p:cNvSpPr>
          <p:nvPr>
            <p:ph type="sldNum" sz="quarter" idx="5"/>
          </p:nvPr>
        </p:nvSpPr>
        <p:spPr/>
        <p:txBody>
          <a:bodyPr/>
          <a:lstStyle/>
          <a:p>
            <a:fld id="{C9565C50-69E9-8E49-A3AB-C69605F3BCD6}" type="slidenum">
              <a:rPr lang="en-AT" smtClean="0"/>
              <a:t>14</a:t>
            </a:fld>
            <a:endParaRPr lang="en-AT"/>
          </a:p>
        </p:txBody>
      </p:sp>
    </p:spTree>
    <p:extLst>
      <p:ext uri="{BB962C8B-B14F-4D97-AF65-F5344CB8AC3E}">
        <p14:creationId xmlns:p14="http://schemas.microsoft.com/office/powerpoint/2010/main" val="15773417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E9B7A-2047-D6D3-11BC-54F37C4C8A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360CA5-BEB2-E327-F211-9F8D85CBA3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DA3D05-C486-3039-BE33-C040DA900A14}"/>
              </a:ext>
            </a:extLst>
          </p:cNvPr>
          <p:cNvSpPr>
            <a:spLocks noGrp="1"/>
          </p:cNvSpPr>
          <p:nvPr>
            <p:ph type="body" idx="1"/>
          </p:nvPr>
        </p:nvSpPr>
        <p:spPr/>
        <p:txBody>
          <a:bodyPr/>
          <a:lstStyle/>
          <a:p>
            <a:endParaRPr lang="en-AT" dirty="0"/>
          </a:p>
        </p:txBody>
      </p:sp>
      <p:sp>
        <p:nvSpPr>
          <p:cNvPr id="4" name="Slide Number Placeholder 3">
            <a:extLst>
              <a:ext uri="{FF2B5EF4-FFF2-40B4-BE49-F238E27FC236}">
                <a16:creationId xmlns:a16="http://schemas.microsoft.com/office/drawing/2014/main" id="{17360B0D-1C08-4B2A-A34B-73A56EE7BA80}"/>
              </a:ext>
            </a:extLst>
          </p:cNvPr>
          <p:cNvSpPr>
            <a:spLocks noGrp="1"/>
          </p:cNvSpPr>
          <p:nvPr>
            <p:ph type="sldNum" sz="quarter" idx="5"/>
          </p:nvPr>
        </p:nvSpPr>
        <p:spPr/>
        <p:txBody>
          <a:bodyPr/>
          <a:lstStyle/>
          <a:p>
            <a:fld id="{C9565C50-69E9-8E49-A3AB-C69605F3BCD6}" type="slidenum">
              <a:rPr lang="en-AT" smtClean="0"/>
              <a:t>15</a:t>
            </a:fld>
            <a:endParaRPr lang="en-AT"/>
          </a:p>
        </p:txBody>
      </p:sp>
    </p:spTree>
    <p:extLst>
      <p:ext uri="{BB962C8B-B14F-4D97-AF65-F5344CB8AC3E}">
        <p14:creationId xmlns:p14="http://schemas.microsoft.com/office/powerpoint/2010/main" val="24348156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48679-807B-DDC8-E169-0F5A6A88C7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20F401-BD97-E286-6D94-34C03E4D99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68C042-51F5-18E0-6546-502A503B4870}"/>
              </a:ext>
            </a:extLst>
          </p:cNvPr>
          <p:cNvSpPr>
            <a:spLocks noGrp="1"/>
          </p:cNvSpPr>
          <p:nvPr>
            <p:ph type="body" idx="1"/>
          </p:nvPr>
        </p:nvSpPr>
        <p:spPr/>
        <p:txBody>
          <a:bodyPr/>
          <a:lstStyle/>
          <a:p>
            <a:r>
              <a:rPr lang="en-AT" dirty="0"/>
              <a:t>Load CSV : </a:t>
            </a:r>
            <a:r>
              <a:rPr lang="en-GB" sz="1200" b="0" i="0" u="none" strike="noStrike" kern="1200" dirty="0">
                <a:solidFill>
                  <a:schemeClr val="tx1"/>
                </a:solidFill>
                <a:effectLst/>
                <a:latin typeface="+mn-lt"/>
                <a:ea typeface="+mn-ea"/>
                <a:cs typeface="+mn-cs"/>
              </a:rPr>
              <a:t>Read 6 CSV files into pandas </a:t>
            </a:r>
            <a:r>
              <a:rPr lang="en-GB" sz="1200" b="0" i="0" u="none" strike="noStrike" kern="1200" dirty="0" err="1">
                <a:solidFill>
                  <a:schemeClr val="tx1"/>
                </a:solidFill>
                <a:effectLst/>
                <a:latin typeface="+mn-lt"/>
                <a:ea typeface="+mn-ea"/>
                <a:cs typeface="+mn-cs"/>
              </a:rPr>
              <a:t>dataframes</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The mapping defines the data types of every field before any data is inserted – comparable to CREATE TABLE in </a:t>
            </a:r>
            <a:r>
              <a:rPr lang="en-GB" sz="1200" b="0" i="0" u="none" strike="noStrike" kern="1200" dirty="0" err="1">
                <a:solidFill>
                  <a:schemeClr val="tx1"/>
                </a:solidFill>
                <a:effectLst/>
                <a:latin typeface="+mn-lt"/>
                <a:ea typeface="+mn-ea"/>
                <a:cs typeface="+mn-cs"/>
              </a:rPr>
              <a:t>sql</a:t>
            </a:r>
            <a:endParaRPr lang="en-GB" sz="1200" b="0" i="0" u="none" strike="noStrike" kern="1200" dirty="0">
              <a:solidFill>
                <a:schemeClr val="tx1"/>
              </a:solidFill>
              <a:effectLst/>
              <a:latin typeface="+mn-lt"/>
              <a:ea typeface="+mn-ea"/>
              <a:cs typeface="+mn-cs"/>
            </a:endParaRPr>
          </a:p>
          <a:p>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The relevant CSV files are loaded into pandas </a:t>
            </a:r>
            <a:r>
              <a:rPr lang="en-GB" sz="1200" b="0" i="0" u="none" strike="noStrike" kern="1200" dirty="0" err="1">
                <a:solidFill>
                  <a:schemeClr val="tx1"/>
                </a:solidFill>
                <a:effectLst/>
                <a:latin typeface="+mn-lt"/>
                <a:ea typeface="+mn-ea"/>
                <a:cs typeface="+mn-cs"/>
              </a:rPr>
              <a:t>dataframes</a:t>
            </a:r>
            <a:r>
              <a:rPr lang="en-GB" sz="1200" b="0" i="0" u="none" strike="noStrike" kern="1200" dirty="0">
                <a:solidFill>
                  <a:schemeClr val="tx1"/>
                </a:solidFill>
                <a:effectLst/>
                <a:latin typeface="+mn-lt"/>
                <a:ea typeface="+mn-ea"/>
                <a:cs typeface="+mn-cs"/>
              </a:rPr>
              <a:t>. The program then merges all </a:t>
            </a:r>
            <a:r>
              <a:rPr lang="en-GB" sz="1200" b="0" i="0" u="none" strike="noStrike" kern="1200" dirty="0" err="1">
                <a:solidFill>
                  <a:schemeClr val="tx1"/>
                </a:solidFill>
                <a:effectLst/>
                <a:latin typeface="+mn-lt"/>
                <a:ea typeface="+mn-ea"/>
                <a:cs typeface="+mn-cs"/>
              </a:rPr>
              <a:t>dataframes</a:t>
            </a:r>
            <a:r>
              <a:rPr lang="en-GB" sz="1200" b="0" i="0" u="none" strike="noStrike" kern="1200" dirty="0">
                <a:solidFill>
                  <a:schemeClr val="tx1"/>
                </a:solidFill>
                <a:effectLst/>
                <a:latin typeface="+mn-lt"/>
                <a:ea typeface="+mn-ea"/>
                <a:cs typeface="+mn-cs"/>
              </a:rPr>
              <a:t> into a single flat </a:t>
            </a:r>
            <a:r>
              <a:rPr lang="en-GB" sz="1200" b="1" i="0" kern="1200" dirty="0">
                <a:solidFill>
                  <a:schemeClr val="tx1"/>
                </a:solidFill>
                <a:effectLst/>
                <a:latin typeface="+mn-lt"/>
                <a:ea typeface="+mn-ea"/>
                <a:cs typeface="+mn-cs"/>
              </a:rPr>
              <a:t>table</a:t>
            </a:r>
            <a:r>
              <a:rPr lang="en-GB" sz="1200" b="0" i="0" u="none" strike="noStrike" kern="1200" dirty="0">
                <a:solidFill>
                  <a:schemeClr val="tx1"/>
                </a:solidFill>
                <a:effectLst/>
                <a:latin typeface="+mn-lt"/>
                <a:ea typeface="+mn-ea"/>
                <a:cs typeface="+mn-cs"/>
              </a:rPr>
              <a:t>, because Elasticsearch works best with flat documents rather than relational structures. This merged table is then iterated row by row, and for each race result row one document is created containing all additional information like points, circuit, constructor and so on. These documents are then bulk inserted into Elasticsearch.</a:t>
            </a:r>
            <a:endParaRPr lang="en-AT" dirty="0"/>
          </a:p>
        </p:txBody>
      </p:sp>
      <p:sp>
        <p:nvSpPr>
          <p:cNvPr id="4" name="Slide Number Placeholder 3">
            <a:extLst>
              <a:ext uri="{FF2B5EF4-FFF2-40B4-BE49-F238E27FC236}">
                <a16:creationId xmlns:a16="http://schemas.microsoft.com/office/drawing/2014/main" id="{2D48325A-178C-AD3A-4C8D-2F7E4BFE765F}"/>
              </a:ext>
            </a:extLst>
          </p:cNvPr>
          <p:cNvSpPr>
            <a:spLocks noGrp="1"/>
          </p:cNvSpPr>
          <p:nvPr>
            <p:ph type="sldNum" sz="quarter" idx="5"/>
          </p:nvPr>
        </p:nvSpPr>
        <p:spPr/>
        <p:txBody>
          <a:bodyPr/>
          <a:lstStyle/>
          <a:p>
            <a:fld id="{C9565C50-69E9-8E49-A3AB-C69605F3BCD6}" type="slidenum">
              <a:rPr lang="en-AT" smtClean="0"/>
              <a:t>16</a:t>
            </a:fld>
            <a:endParaRPr lang="en-AT"/>
          </a:p>
        </p:txBody>
      </p:sp>
    </p:spTree>
    <p:extLst>
      <p:ext uri="{BB962C8B-B14F-4D97-AF65-F5344CB8AC3E}">
        <p14:creationId xmlns:p14="http://schemas.microsoft.com/office/powerpoint/2010/main" val="8088531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E4220-375B-37F2-62FC-43B448690C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B3CCD7-F2A4-DC5A-F7EE-0E87BB2055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E49F49-07A9-F68C-9211-CA64E548EFF6}"/>
              </a:ext>
            </a:extLst>
          </p:cNvPr>
          <p:cNvSpPr>
            <a:spLocks noGrp="1"/>
          </p:cNvSpPr>
          <p:nvPr>
            <p:ph type="body" idx="1"/>
          </p:nvPr>
        </p:nvSpPr>
        <p:spPr/>
        <p:txBody>
          <a:bodyPr/>
          <a:lstStyle/>
          <a:p>
            <a:r>
              <a:rPr lang="en-AT" dirty="0"/>
              <a:t>Load CSV : </a:t>
            </a:r>
            <a:r>
              <a:rPr lang="en-GB" sz="1200" b="0" i="0" u="none" strike="noStrike" kern="1200" dirty="0">
                <a:solidFill>
                  <a:schemeClr val="tx1"/>
                </a:solidFill>
                <a:effectLst/>
                <a:latin typeface="+mn-lt"/>
                <a:ea typeface="+mn-ea"/>
                <a:cs typeface="+mn-cs"/>
              </a:rPr>
              <a:t>Read 6 CSV files into pandas </a:t>
            </a:r>
            <a:r>
              <a:rPr lang="en-GB" sz="1200" b="0" i="0" u="none" strike="noStrike" kern="1200" dirty="0" err="1">
                <a:solidFill>
                  <a:schemeClr val="tx1"/>
                </a:solidFill>
                <a:effectLst/>
                <a:latin typeface="+mn-lt"/>
                <a:ea typeface="+mn-ea"/>
                <a:cs typeface="+mn-cs"/>
              </a:rPr>
              <a:t>dataframes</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The mapping defines the data types of every field before any data is inserted – comparable to CREATE TABLE in </a:t>
            </a:r>
            <a:r>
              <a:rPr lang="en-GB" sz="1200" b="0" i="0" u="none" strike="noStrike" kern="1200" dirty="0" err="1">
                <a:solidFill>
                  <a:schemeClr val="tx1"/>
                </a:solidFill>
                <a:effectLst/>
                <a:latin typeface="+mn-lt"/>
                <a:ea typeface="+mn-ea"/>
                <a:cs typeface="+mn-cs"/>
              </a:rPr>
              <a:t>sql</a:t>
            </a:r>
            <a:endParaRPr lang="en-AT" dirty="0"/>
          </a:p>
        </p:txBody>
      </p:sp>
      <p:sp>
        <p:nvSpPr>
          <p:cNvPr id="4" name="Slide Number Placeholder 3">
            <a:extLst>
              <a:ext uri="{FF2B5EF4-FFF2-40B4-BE49-F238E27FC236}">
                <a16:creationId xmlns:a16="http://schemas.microsoft.com/office/drawing/2014/main" id="{E0584037-4D14-C51C-8DF0-CC8512EBB048}"/>
              </a:ext>
            </a:extLst>
          </p:cNvPr>
          <p:cNvSpPr>
            <a:spLocks noGrp="1"/>
          </p:cNvSpPr>
          <p:nvPr>
            <p:ph type="sldNum" sz="quarter" idx="5"/>
          </p:nvPr>
        </p:nvSpPr>
        <p:spPr/>
        <p:txBody>
          <a:bodyPr/>
          <a:lstStyle/>
          <a:p>
            <a:fld id="{C9565C50-69E9-8E49-A3AB-C69605F3BCD6}" type="slidenum">
              <a:rPr lang="en-AT" smtClean="0"/>
              <a:t>17</a:t>
            </a:fld>
            <a:endParaRPr lang="en-AT"/>
          </a:p>
        </p:txBody>
      </p:sp>
    </p:spTree>
    <p:extLst>
      <p:ext uri="{BB962C8B-B14F-4D97-AF65-F5344CB8AC3E}">
        <p14:creationId xmlns:p14="http://schemas.microsoft.com/office/powerpoint/2010/main" val="5001554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EEAC5-501D-D1B9-CE4C-16F4A22EC1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7A8AA7-6160-ECD9-9261-99C2FE67E7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AF6495-CD1B-874A-03D8-D289173DFC37}"/>
              </a:ext>
            </a:extLst>
          </p:cNvPr>
          <p:cNvSpPr>
            <a:spLocks noGrp="1"/>
          </p:cNvSpPr>
          <p:nvPr>
            <p:ph type="body" idx="1"/>
          </p:nvPr>
        </p:nvSpPr>
        <p:spPr/>
        <p:txBody>
          <a:bodyPr/>
          <a:lstStyle/>
          <a:p>
            <a:r>
              <a:rPr lang="en-AT" dirty="0"/>
              <a:t>Load CSV : </a:t>
            </a:r>
            <a:r>
              <a:rPr lang="en-GB" sz="1200" b="0" i="0" u="none" strike="noStrike" kern="1200" dirty="0">
                <a:solidFill>
                  <a:schemeClr val="tx1"/>
                </a:solidFill>
                <a:effectLst/>
                <a:latin typeface="+mn-lt"/>
                <a:ea typeface="+mn-ea"/>
                <a:cs typeface="+mn-cs"/>
              </a:rPr>
              <a:t>Read 6 CSV files into pandas </a:t>
            </a:r>
            <a:r>
              <a:rPr lang="en-GB" sz="1200" b="0" i="0" u="none" strike="noStrike" kern="1200" dirty="0" err="1">
                <a:solidFill>
                  <a:schemeClr val="tx1"/>
                </a:solidFill>
                <a:effectLst/>
                <a:latin typeface="+mn-lt"/>
                <a:ea typeface="+mn-ea"/>
                <a:cs typeface="+mn-cs"/>
              </a:rPr>
              <a:t>dataframes</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The mapping defines the data types of every field before any data is inserted – comparable to CREATE TABLE in </a:t>
            </a:r>
            <a:r>
              <a:rPr lang="en-GB" sz="1200" b="0" i="0" u="none" strike="noStrike" kern="1200" dirty="0" err="1">
                <a:solidFill>
                  <a:schemeClr val="tx1"/>
                </a:solidFill>
                <a:effectLst/>
                <a:latin typeface="+mn-lt"/>
                <a:ea typeface="+mn-ea"/>
                <a:cs typeface="+mn-cs"/>
              </a:rPr>
              <a:t>sql</a:t>
            </a:r>
            <a:endParaRPr lang="en-AT" dirty="0"/>
          </a:p>
        </p:txBody>
      </p:sp>
      <p:sp>
        <p:nvSpPr>
          <p:cNvPr id="4" name="Slide Number Placeholder 3">
            <a:extLst>
              <a:ext uri="{FF2B5EF4-FFF2-40B4-BE49-F238E27FC236}">
                <a16:creationId xmlns:a16="http://schemas.microsoft.com/office/drawing/2014/main" id="{98D3461A-EABA-F926-4355-7A17080C60A5}"/>
              </a:ext>
            </a:extLst>
          </p:cNvPr>
          <p:cNvSpPr>
            <a:spLocks noGrp="1"/>
          </p:cNvSpPr>
          <p:nvPr>
            <p:ph type="sldNum" sz="quarter" idx="5"/>
          </p:nvPr>
        </p:nvSpPr>
        <p:spPr/>
        <p:txBody>
          <a:bodyPr/>
          <a:lstStyle/>
          <a:p>
            <a:fld id="{C9565C50-69E9-8E49-A3AB-C69605F3BCD6}" type="slidenum">
              <a:rPr lang="en-AT" smtClean="0"/>
              <a:t>18</a:t>
            </a:fld>
            <a:endParaRPr lang="en-AT"/>
          </a:p>
        </p:txBody>
      </p:sp>
    </p:spTree>
    <p:extLst>
      <p:ext uri="{BB962C8B-B14F-4D97-AF65-F5344CB8AC3E}">
        <p14:creationId xmlns:p14="http://schemas.microsoft.com/office/powerpoint/2010/main" val="5790079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48B5A-D00A-4259-F4BF-FE60949CF9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15719A-2CB2-8BA4-C35F-43D92D74FC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72D15A-5DD1-EE84-47BE-34C12268CC57}"/>
              </a:ext>
            </a:extLst>
          </p:cNvPr>
          <p:cNvSpPr>
            <a:spLocks noGrp="1"/>
          </p:cNvSpPr>
          <p:nvPr>
            <p:ph type="body" idx="1"/>
          </p:nvPr>
        </p:nvSpPr>
        <p:spPr/>
        <p:txBody>
          <a:bodyPr/>
          <a:lstStyle/>
          <a:p>
            <a:endParaRPr lang="en-AT" dirty="0"/>
          </a:p>
        </p:txBody>
      </p:sp>
      <p:sp>
        <p:nvSpPr>
          <p:cNvPr id="4" name="Slide Number Placeholder 3">
            <a:extLst>
              <a:ext uri="{FF2B5EF4-FFF2-40B4-BE49-F238E27FC236}">
                <a16:creationId xmlns:a16="http://schemas.microsoft.com/office/drawing/2014/main" id="{8BCD92D7-35C5-16BF-5368-7D0964651ED9}"/>
              </a:ext>
            </a:extLst>
          </p:cNvPr>
          <p:cNvSpPr>
            <a:spLocks noGrp="1"/>
          </p:cNvSpPr>
          <p:nvPr>
            <p:ph type="sldNum" sz="quarter" idx="5"/>
          </p:nvPr>
        </p:nvSpPr>
        <p:spPr/>
        <p:txBody>
          <a:bodyPr/>
          <a:lstStyle/>
          <a:p>
            <a:fld id="{C9565C50-69E9-8E49-A3AB-C69605F3BCD6}" type="slidenum">
              <a:rPr lang="en-AT" smtClean="0"/>
              <a:t>20</a:t>
            </a:fld>
            <a:endParaRPr lang="en-AT"/>
          </a:p>
        </p:txBody>
      </p:sp>
    </p:spTree>
    <p:extLst>
      <p:ext uri="{BB962C8B-B14F-4D97-AF65-F5344CB8AC3E}">
        <p14:creationId xmlns:p14="http://schemas.microsoft.com/office/powerpoint/2010/main" val="22746283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09A5-A479-79D0-C570-03AEC40ACAF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T"/>
          </a:p>
        </p:txBody>
      </p:sp>
      <p:sp>
        <p:nvSpPr>
          <p:cNvPr id="3" name="Subtitle 2">
            <a:extLst>
              <a:ext uri="{FF2B5EF4-FFF2-40B4-BE49-F238E27FC236}">
                <a16:creationId xmlns:a16="http://schemas.microsoft.com/office/drawing/2014/main" id="{00DA329F-AC64-5B64-C62C-763D85C12D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T"/>
          </a:p>
        </p:txBody>
      </p:sp>
      <p:sp>
        <p:nvSpPr>
          <p:cNvPr id="4" name="Date Placeholder 3">
            <a:extLst>
              <a:ext uri="{FF2B5EF4-FFF2-40B4-BE49-F238E27FC236}">
                <a16:creationId xmlns:a16="http://schemas.microsoft.com/office/drawing/2014/main" id="{3BC8CEB6-3E3C-523D-9CA4-A3C4C1969555}"/>
              </a:ext>
            </a:extLst>
          </p:cNvPr>
          <p:cNvSpPr>
            <a:spLocks noGrp="1"/>
          </p:cNvSpPr>
          <p:nvPr>
            <p:ph type="dt" sz="half" idx="10"/>
          </p:nvPr>
        </p:nvSpPr>
        <p:spPr/>
        <p:txBody>
          <a:bodyPr/>
          <a:lstStyle/>
          <a:p>
            <a:fld id="{A591BDEC-81C3-DB48-92B3-4E74693DD55D}" type="datetimeFigureOut">
              <a:rPr lang="en-AT" smtClean="0"/>
              <a:t>16.05.26</a:t>
            </a:fld>
            <a:endParaRPr lang="en-AT"/>
          </a:p>
        </p:txBody>
      </p:sp>
      <p:sp>
        <p:nvSpPr>
          <p:cNvPr id="5" name="Footer Placeholder 4">
            <a:extLst>
              <a:ext uri="{FF2B5EF4-FFF2-40B4-BE49-F238E27FC236}">
                <a16:creationId xmlns:a16="http://schemas.microsoft.com/office/drawing/2014/main" id="{6120FD85-B3BD-082A-340C-8830742E9750}"/>
              </a:ext>
            </a:extLst>
          </p:cNvPr>
          <p:cNvSpPr>
            <a:spLocks noGrp="1"/>
          </p:cNvSpPr>
          <p:nvPr>
            <p:ph type="ftr" sz="quarter" idx="11"/>
          </p:nvPr>
        </p:nvSpPr>
        <p:spPr/>
        <p:txBody>
          <a:bodyPr/>
          <a:lstStyle/>
          <a:p>
            <a:endParaRPr lang="en-AT"/>
          </a:p>
        </p:txBody>
      </p:sp>
      <p:sp>
        <p:nvSpPr>
          <p:cNvPr id="6" name="Slide Number Placeholder 5">
            <a:extLst>
              <a:ext uri="{FF2B5EF4-FFF2-40B4-BE49-F238E27FC236}">
                <a16:creationId xmlns:a16="http://schemas.microsoft.com/office/drawing/2014/main" id="{12C925C4-09A7-3188-14DC-441E18E6DDCC}"/>
              </a:ext>
            </a:extLst>
          </p:cNvPr>
          <p:cNvSpPr>
            <a:spLocks noGrp="1"/>
          </p:cNvSpPr>
          <p:nvPr>
            <p:ph type="sldNum" sz="quarter" idx="12"/>
          </p:nvPr>
        </p:nvSpPr>
        <p:spPr/>
        <p:txBody>
          <a:bodyPr/>
          <a:lstStyle/>
          <a:p>
            <a:fld id="{D8E3BB1E-CF9F-BA4C-AD08-6C35B534BA35}" type="slidenum">
              <a:rPr lang="en-AT" smtClean="0"/>
              <a:t>‹#›</a:t>
            </a:fld>
            <a:endParaRPr lang="en-AT"/>
          </a:p>
        </p:txBody>
      </p:sp>
      <p:sp>
        <p:nvSpPr>
          <p:cNvPr id="7" name="Freeform 6">
            <a:extLst>
              <a:ext uri="{FF2B5EF4-FFF2-40B4-BE49-F238E27FC236}">
                <a16:creationId xmlns:a16="http://schemas.microsoft.com/office/drawing/2014/main" id="{D8FB198A-989B-2E01-487F-E7F804B544A8}"/>
              </a:ext>
            </a:extLst>
          </p:cNvPr>
          <p:cNvSpPr/>
          <p:nvPr userDrawn="1"/>
        </p:nvSpPr>
        <p:spPr>
          <a:xfrm rot="7336004">
            <a:off x="8106926" y="4772515"/>
            <a:ext cx="3241309" cy="1800000"/>
          </a:xfrm>
          <a:custGeom>
            <a:avLst/>
            <a:gdLst>
              <a:gd name="csX0" fmla="*/ 2 w 2643008"/>
              <a:gd name="csY0" fmla="*/ 52 h 1409507"/>
              <a:gd name="csX1" fmla="*/ 0 w 2643008"/>
              <a:gd name="csY1" fmla="*/ 26 h 1409507"/>
              <a:gd name="csX2" fmla="*/ 2 w 2643008"/>
              <a:gd name="csY2" fmla="*/ 0 h 1409507"/>
              <a:gd name="csX3" fmla="*/ 411980 w 2643008"/>
              <a:gd name="csY3" fmla="*/ 996680 h 1409507"/>
              <a:gd name="csX4" fmla="*/ 240223 w 2643008"/>
              <a:gd name="csY4" fmla="*/ 788080 h 1409507"/>
              <a:gd name="csX5" fmla="*/ 170166 w 2643008"/>
              <a:gd name="csY5" fmla="*/ 672526 h 1409507"/>
              <a:gd name="csX6" fmla="*/ 2643008 w 2643008"/>
              <a:gd name="csY6" fmla="*/ 672526 h 1409507"/>
              <a:gd name="csX7" fmla="*/ 2572951 w 2643008"/>
              <a:gd name="csY7" fmla="*/ 788080 h 1409507"/>
              <a:gd name="csX8" fmla="*/ 1406587 w 2643008"/>
              <a:gd name="csY8" fmla="*/ 1409507 h 1409507"/>
              <a:gd name="csX9" fmla="*/ 411980 w 2643008"/>
              <a:gd name="csY9" fmla="*/ 996680 h 14095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43008" h="1409507">
                <a:moveTo>
                  <a:pt x="2" y="52"/>
                </a:moveTo>
                <a:lnTo>
                  <a:pt x="0" y="26"/>
                </a:lnTo>
                <a:lnTo>
                  <a:pt x="2" y="0"/>
                </a:lnTo>
                <a:close/>
                <a:moveTo>
                  <a:pt x="411980" y="996680"/>
                </a:moveTo>
                <a:cubicBezTo>
                  <a:pt x="348344" y="932913"/>
                  <a:pt x="290778" y="863065"/>
                  <a:pt x="240223" y="788080"/>
                </a:cubicBezTo>
                <a:lnTo>
                  <a:pt x="170166" y="672526"/>
                </a:lnTo>
                <a:lnTo>
                  <a:pt x="2643008" y="672526"/>
                </a:lnTo>
                <a:lnTo>
                  <a:pt x="2572951" y="788080"/>
                </a:lnTo>
                <a:cubicBezTo>
                  <a:pt x="2320178" y="1163005"/>
                  <a:pt x="1892110" y="1409507"/>
                  <a:pt x="1406587" y="1409507"/>
                </a:cubicBezTo>
                <a:cubicBezTo>
                  <a:pt x="1018168" y="1409507"/>
                  <a:pt x="666522" y="1251746"/>
                  <a:pt x="411980" y="996680"/>
                </a:cubicBezTo>
                <a:close/>
              </a:path>
            </a:pathLst>
          </a:custGeom>
          <a:solidFill>
            <a:srgbClr val="FED2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T" dirty="0"/>
          </a:p>
        </p:txBody>
      </p:sp>
      <p:grpSp>
        <p:nvGrpSpPr>
          <p:cNvPr id="8" name="Group 7">
            <a:extLst>
              <a:ext uri="{FF2B5EF4-FFF2-40B4-BE49-F238E27FC236}">
                <a16:creationId xmlns:a16="http://schemas.microsoft.com/office/drawing/2014/main" id="{A27E5090-456E-68C6-E391-DBD60AB7F10F}"/>
              </a:ext>
            </a:extLst>
          </p:cNvPr>
          <p:cNvGrpSpPr/>
          <p:nvPr userDrawn="1"/>
        </p:nvGrpSpPr>
        <p:grpSpPr>
          <a:xfrm rot="1909600">
            <a:off x="9635798" y="4704644"/>
            <a:ext cx="784694" cy="3352353"/>
            <a:chOff x="7715794" y="2375855"/>
            <a:chExt cx="609600" cy="3458888"/>
          </a:xfrm>
        </p:grpSpPr>
        <p:sp>
          <p:nvSpPr>
            <p:cNvPr id="9" name="Rounded Rectangle 8">
              <a:extLst>
                <a:ext uri="{FF2B5EF4-FFF2-40B4-BE49-F238E27FC236}">
                  <a16:creationId xmlns:a16="http://schemas.microsoft.com/office/drawing/2014/main" id="{55602416-CB27-F6E0-C65A-881AA6BE53D2}"/>
                </a:ext>
              </a:extLst>
            </p:cNvPr>
            <p:cNvSpPr/>
            <p:nvPr/>
          </p:nvSpPr>
          <p:spPr>
            <a:xfrm>
              <a:off x="7715794" y="2534194"/>
              <a:ext cx="609600" cy="3300549"/>
            </a:xfrm>
            <a:prstGeom prst="roundRect">
              <a:avLst/>
            </a:prstGeom>
            <a:solidFill>
              <a:srgbClr val="02A9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10" name="Oval 9">
              <a:extLst>
                <a:ext uri="{FF2B5EF4-FFF2-40B4-BE49-F238E27FC236}">
                  <a16:creationId xmlns:a16="http://schemas.microsoft.com/office/drawing/2014/main" id="{26B583FD-170E-FFC8-8190-6FCD98E59543}"/>
                </a:ext>
              </a:extLst>
            </p:cNvPr>
            <p:cNvSpPr/>
            <p:nvPr/>
          </p:nvSpPr>
          <p:spPr>
            <a:xfrm>
              <a:off x="7715794" y="2375855"/>
              <a:ext cx="609600" cy="618048"/>
            </a:xfrm>
            <a:prstGeom prst="ellipse">
              <a:avLst/>
            </a:prstGeom>
            <a:solidFill>
              <a:srgbClr val="02A9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grpSp>
      <p:sp>
        <p:nvSpPr>
          <p:cNvPr id="11" name="Freeform 10">
            <a:extLst>
              <a:ext uri="{FF2B5EF4-FFF2-40B4-BE49-F238E27FC236}">
                <a16:creationId xmlns:a16="http://schemas.microsoft.com/office/drawing/2014/main" id="{0104E189-B722-8CD4-3964-980DA444F349}"/>
              </a:ext>
            </a:extLst>
          </p:cNvPr>
          <p:cNvSpPr/>
          <p:nvPr userDrawn="1"/>
        </p:nvSpPr>
        <p:spPr>
          <a:xfrm rot="18045866">
            <a:off x="9134134" y="5546013"/>
            <a:ext cx="3240000" cy="1800000"/>
          </a:xfrm>
          <a:custGeom>
            <a:avLst/>
            <a:gdLst>
              <a:gd name="csX0" fmla="*/ 2 w 2643008"/>
              <a:gd name="csY0" fmla="*/ 52 h 1409507"/>
              <a:gd name="csX1" fmla="*/ 0 w 2643008"/>
              <a:gd name="csY1" fmla="*/ 26 h 1409507"/>
              <a:gd name="csX2" fmla="*/ 2 w 2643008"/>
              <a:gd name="csY2" fmla="*/ 0 h 1409507"/>
              <a:gd name="csX3" fmla="*/ 411980 w 2643008"/>
              <a:gd name="csY3" fmla="*/ 996680 h 1409507"/>
              <a:gd name="csX4" fmla="*/ 240223 w 2643008"/>
              <a:gd name="csY4" fmla="*/ 788080 h 1409507"/>
              <a:gd name="csX5" fmla="*/ 170166 w 2643008"/>
              <a:gd name="csY5" fmla="*/ 672526 h 1409507"/>
              <a:gd name="csX6" fmla="*/ 2643008 w 2643008"/>
              <a:gd name="csY6" fmla="*/ 672526 h 1409507"/>
              <a:gd name="csX7" fmla="*/ 2572951 w 2643008"/>
              <a:gd name="csY7" fmla="*/ 788080 h 1409507"/>
              <a:gd name="csX8" fmla="*/ 1406587 w 2643008"/>
              <a:gd name="csY8" fmla="*/ 1409507 h 1409507"/>
              <a:gd name="csX9" fmla="*/ 411980 w 2643008"/>
              <a:gd name="csY9" fmla="*/ 996680 h 14095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43008" h="1409507">
                <a:moveTo>
                  <a:pt x="2" y="52"/>
                </a:moveTo>
                <a:lnTo>
                  <a:pt x="0" y="26"/>
                </a:lnTo>
                <a:lnTo>
                  <a:pt x="2" y="0"/>
                </a:lnTo>
                <a:close/>
                <a:moveTo>
                  <a:pt x="411980" y="996680"/>
                </a:moveTo>
                <a:cubicBezTo>
                  <a:pt x="348344" y="932913"/>
                  <a:pt x="290778" y="863065"/>
                  <a:pt x="240223" y="788080"/>
                </a:cubicBezTo>
                <a:lnTo>
                  <a:pt x="170166" y="672526"/>
                </a:lnTo>
                <a:lnTo>
                  <a:pt x="2643008" y="672526"/>
                </a:lnTo>
                <a:lnTo>
                  <a:pt x="2572951" y="788080"/>
                </a:lnTo>
                <a:cubicBezTo>
                  <a:pt x="2320178" y="1163005"/>
                  <a:pt x="1892110" y="1409507"/>
                  <a:pt x="1406587" y="1409507"/>
                </a:cubicBezTo>
                <a:cubicBezTo>
                  <a:pt x="1018168" y="1409507"/>
                  <a:pt x="666522" y="1251746"/>
                  <a:pt x="411980" y="996680"/>
                </a:cubicBezTo>
                <a:close/>
              </a:path>
            </a:pathLst>
          </a:custGeom>
          <a:solidFill>
            <a:srgbClr val="00BFB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T" dirty="0"/>
          </a:p>
        </p:txBody>
      </p:sp>
      <p:pic>
        <p:nvPicPr>
          <p:cNvPr id="12" name="Picture 11" descr="A red and black logo&#10;&#10;AI-generated content may be incorrect.">
            <a:extLst>
              <a:ext uri="{FF2B5EF4-FFF2-40B4-BE49-F238E27FC236}">
                <a16:creationId xmlns:a16="http://schemas.microsoft.com/office/drawing/2014/main" id="{B164D8CB-F608-D56E-9C0D-E1DF3B0FA24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09165" y="78607"/>
            <a:ext cx="1809563" cy="491672"/>
          </a:xfrm>
          <a:prstGeom prst="rect">
            <a:avLst/>
          </a:prstGeom>
        </p:spPr>
      </p:pic>
    </p:spTree>
    <p:extLst>
      <p:ext uri="{BB962C8B-B14F-4D97-AF65-F5344CB8AC3E}">
        <p14:creationId xmlns:p14="http://schemas.microsoft.com/office/powerpoint/2010/main" val="10135072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24411-3171-C2D7-746B-A620CCC023FF}"/>
              </a:ext>
            </a:extLst>
          </p:cNvPr>
          <p:cNvSpPr>
            <a:spLocks noGrp="1"/>
          </p:cNvSpPr>
          <p:nvPr>
            <p:ph type="title"/>
          </p:nvPr>
        </p:nvSpPr>
        <p:spPr/>
        <p:txBody>
          <a:bodyPr/>
          <a:lstStyle/>
          <a:p>
            <a:r>
              <a:rPr lang="en-GB"/>
              <a:t>Click to edit Master title style</a:t>
            </a:r>
            <a:endParaRPr lang="en-AT"/>
          </a:p>
        </p:txBody>
      </p:sp>
      <p:sp>
        <p:nvSpPr>
          <p:cNvPr id="3" name="Content Placeholder 2">
            <a:extLst>
              <a:ext uri="{FF2B5EF4-FFF2-40B4-BE49-F238E27FC236}">
                <a16:creationId xmlns:a16="http://schemas.microsoft.com/office/drawing/2014/main" id="{35171B1E-1A15-8CF7-2420-1B65D74ED36D}"/>
              </a:ext>
            </a:extLst>
          </p:cNvPr>
          <p:cNvSpPr>
            <a:spLocks noGrp="1"/>
          </p:cNvSpPr>
          <p:nvPr>
            <p:ph idx="1"/>
          </p:nvPr>
        </p:nvSpPr>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AT" dirty="0"/>
          </a:p>
        </p:txBody>
      </p:sp>
      <p:sp>
        <p:nvSpPr>
          <p:cNvPr id="4" name="Date Placeholder 3">
            <a:extLst>
              <a:ext uri="{FF2B5EF4-FFF2-40B4-BE49-F238E27FC236}">
                <a16:creationId xmlns:a16="http://schemas.microsoft.com/office/drawing/2014/main" id="{E9A3E93F-194D-2EC2-B1BE-2AD51F9B9E94}"/>
              </a:ext>
            </a:extLst>
          </p:cNvPr>
          <p:cNvSpPr>
            <a:spLocks noGrp="1"/>
          </p:cNvSpPr>
          <p:nvPr>
            <p:ph type="dt" sz="half" idx="10"/>
          </p:nvPr>
        </p:nvSpPr>
        <p:spPr/>
        <p:txBody>
          <a:bodyPr/>
          <a:lstStyle/>
          <a:p>
            <a:fld id="{2C923EFC-C784-AC46-AE3C-8E1B6BCAD649}" type="datetime1">
              <a:rPr lang="en-US" smtClean="0"/>
              <a:pPr/>
              <a:t>5/16/26</a:t>
            </a:fld>
            <a:endParaRPr lang="en-AT" dirty="0"/>
          </a:p>
        </p:txBody>
      </p:sp>
      <p:sp>
        <p:nvSpPr>
          <p:cNvPr id="5" name="Footer Placeholder 4">
            <a:extLst>
              <a:ext uri="{FF2B5EF4-FFF2-40B4-BE49-F238E27FC236}">
                <a16:creationId xmlns:a16="http://schemas.microsoft.com/office/drawing/2014/main" id="{03201317-118A-F2CC-1354-E583C68F78D6}"/>
              </a:ext>
            </a:extLst>
          </p:cNvPr>
          <p:cNvSpPr>
            <a:spLocks noGrp="1"/>
          </p:cNvSpPr>
          <p:nvPr>
            <p:ph type="ftr" sz="quarter" idx="11"/>
          </p:nvPr>
        </p:nvSpPr>
        <p:spPr/>
        <p:txBody>
          <a:bodyPr/>
          <a:lstStyle/>
          <a:p>
            <a:endParaRPr lang="en-AT"/>
          </a:p>
        </p:txBody>
      </p:sp>
      <p:sp>
        <p:nvSpPr>
          <p:cNvPr id="6" name="Slide Number Placeholder 5">
            <a:extLst>
              <a:ext uri="{FF2B5EF4-FFF2-40B4-BE49-F238E27FC236}">
                <a16:creationId xmlns:a16="http://schemas.microsoft.com/office/drawing/2014/main" id="{F4D101D1-DD1C-DD70-99DE-FA67BC8CC1C2}"/>
              </a:ext>
            </a:extLst>
          </p:cNvPr>
          <p:cNvSpPr>
            <a:spLocks noGrp="1"/>
          </p:cNvSpPr>
          <p:nvPr>
            <p:ph type="sldNum" sz="quarter" idx="12"/>
          </p:nvPr>
        </p:nvSpPr>
        <p:spPr/>
        <p:txBody>
          <a:bodyPr/>
          <a:lstStyle/>
          <a:p>
            <a:fld id="{D8E3BB1E-CF9F-BA4C-AD08-6C35B534BA35}" type="slidenum">
              <a:rPr lang="en-AT" smtClean="0"/>
              <a:t>‹#›</a:t>
            </a:fld>
            <a:endParaRPr lang="en-AT"/>
          </a:p>
        </p:txBody>
      </p:sp>
      <p:sp>
        <p:nvSpPr>
          <p:cNvPr id="7" name="Freeform 6">
            <a:extLst>
              <a:ext uri="{FF2B5EF4-FFF2-40B4-BE49-F238E27FC236}">
                <a16:creationId xmlns:a16="http://schemas.microsoft.com/office/drawing/2014/main" id="{B703C308-A36A-C23C-737B-3C9A616681C2}"/>
              </a:ext>
            </a:extLst>
          </p:cNvPr>
          <p:cNvSpPr/>
          <p:nvPr userDrawn="1"/>
        </p:nvSpPr>
        <p:spPr>
          <a:xfrm rot="7336004">
            <a:off x="8106926" y="4772515"/>
            <a:ext cx="3241309" cy="1800000"/>
          </a:xfrm>
          <a:custGeom>
            <a:avLst/>
            <a:gdLst>
              <a:gd name="csX0" fmla="*/ 2 w 2643008"/>
              <a:gd name="csY0" fmla="*/ 52 h 1409507"/>
              <a:gd name="csX1" fmla="*/ 0 w 2643008"/>
              <a:gd name="csY1" fmla="*/ 26 h 1409507"/>
              <a:gd name="csX2" fmla="*/ 2 w 2643008"/>
              <a:gd name="csY2" fmla="*/ 0 h 1409507"/>
              <a:gd name="csX3" fmla="*/ 411980 w 2643008"/>
              <a:gd name="csY3" fmla="*/ 996680 h 1409507"/>
              <a:gd name="csX4" fmla="*/ 240223 w 2643008"/>
              <a:gd name="csY4" fmla="*/ 788080 h 1409507"/>
              <a:gd name="csX5" fmla="*/ 170166 w 2643008"/>
              <a:gd name="csY5" fmla="*/ 672526 h 1409507"/>
              <a:gd name="csX6" fmla="*/ 2643008 w 2643008"/>
              <a:gd name="csY6" fmla="*/ 672526 h 1409507"/>
              <a:gd name="csX7" fmla="*/ 2572951 w 2643008"/>
              <a:gd name="csY7" fmla="*/ 788080 h 1409507"/>
              <a:gd name="csX8" fmla="*/ 1406587 w 2643008"/>
              <a:gd name="csY8" fmla="*/ 1409507 h 1409507"/>
              <a:gd name="csX9" fmla="*/ 411980 w 2643008"/>
              <a:gd name="csY9" fmla="*/ 996680 h 14095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43008" h="1409507">
                <a:moveTo>
                  <a:pt x="2" y="52"/>
                </a:moveTo>
                <a:lnTo>
                  <a:pt x="0" y="26"/>
                </a:lnTo>
                <a:lnTo>
                  <a:pt x="2" y="0"/>
                </a:lnTo>
                <a:close/>
                <a:moveTo>
                  <a:pt x="411980" y="996680"/>
                </a:moveTo>
                <a:cubicBezTo>
                  <a:pt x="348344" y="932913"/>
                  <a:pt x="290778" y="863065"/>
                  <a:pt x="240223" y="788080"/>
                </a:cubicBezTo>
                <a:lnTo>
                  <a:pt x="170166" y="672526"/>
                </a:lnTo>
                <a:lnTo>
                  <a:pt x="2643008" y="672526"/>
                </a:lnTo>
                <a:lnTo>
                  <a:pt x="2572951" y="788080"/>
                </a:lnTo>
                <a:cubicBezTo>
                  <a:pt x="2320178" y="1163005"/>
                  <a:pt x="1892110" y="1409507"/>
                  <a:pt x="1406587" y="1409507"/>
                </a:cubicBezTo>
                <a:cubicBezTo>
                  <a:pt x="1018168" y="1409507"/>
                  <a:pt x="666522" y="1251746"/>
                  <a:pt x="411980" y="996680"/>
                </a:cubicBezTo>
                <a:close/>
              </a:path>
            </a:pathLst>
          </a:custGeom>
          <a:solidFill>
            <a:srgbClr val="FED2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T" dirty="0"/>
          </a:p>
        </p:txBody>
      </p:sp>
      <p:grpSp>
        <p:nvGrpSpPr>
          <p:cNvPr id="8" name="Group 7">
            <a:extLst>
              <a:ext uri="{FF2B5EF4-FFF2-40B4-BE49-F238E27FC236}">
                <a16:creationId xmlns:a16="http://schemas.microsoft.com/office/drawing/2014/main" id="{6F3F2D58-3CFC-EB8C-C4FF-707BD1B19965}"/>
              </a:ext>
            </a:extLst>
          </p:cNvPr>
          <p:cNvGrpSpPr/>
          <p:nvPr userDrawn="1"/>
        </p:nvGrpSpPr>
        <p:grpSpPr>
          <a:xfrm rot="1909600">
            <a:off x="9635798" y="4704644"/>
            <a:ext cx="784694" cy="3352353"/>
            <a:chOff x="7715794" y="2375855"/>
            <a:chExt cx="609600" cy="3458888"/>
          </a:xfrm>
        </p:grpSpPr>
        <p:sp>
          <p:nvSpPr>
            <p:cNvPr id="9" name="Rounded Rectangle 8">
              <a:extLst>
                <a:ext uri="{FF2B5EF4-FFF2-40B4-BE49-F238E27FC236}">
                  <a16:creationId xmlns:a16="http://schemas.microsoft.com/office/drawing/2014/main" id="{4D491104-C9F3-A30C-7209-5A868ADDE345}"/>
                </a:ext>
              </a:extLst>
            </p:cNvPr>
            <p:cNvSpPr/>
            <p:nvPr/>
          </p:nvSpPr>
          <p:spPr>
            <a:xfrm>
              <a:off x="7715794" y="2534194"/>
              <a:ext cx="609600" cy="3300549"/>
            </a:xfrm>
            <a:prstGeom prst="roundRect">
              <a:avLst/>
            </a:prstGeom>
            <a:solidFill>
              <a:srgbClr val="02A9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10" name="Oval 9">
              <a:extLst>
                <a:ext uri="{FF2B5EF4-FFF2-40B4-BE49-F238E27FC236}">
                  <a16:creationId xmlns:a16="http://schemas.microsoft.com/office/drawing/2014/main" id="{82521229-4EB8-BEAF-F660-E32D069B7C03}"/>
                </a:ext>
              </a:extLst>
            </p:cNvPr>
            <p:cNvSpPr/>
            <p:nvPr/>
          </p:nvSpPr>
          <p:spPr>
            <a:xfrm>
              <a:off x="7715794" y="2375855"/>
              <a:ext cx="609600" cy="618048"/>
            </a:xfrm>
            <a:prstGeom prst="ellipse">
              <a:avLst/>
            </a:prstGeom>
            <a:solidFill>
              <a:srgbClr val="02A9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grpSp>
      <p:sp>
        <p:nvSpPr>
          <p:cNvPr id="11" name="Freeform 10">
            <a:extLst>
              <a:ext uri="{FF2B5EF4-FFF2-40B4-BE49-F238E27FC236}">
                <a16:creationId xmlns:a16="http://schemas.microsoft.com/office/drawing/2014/main" id="{247AAED8-DC4C-B4A6-DC1F-CD0EBA10EFE4}"/>
              </a:ext>
            </a:extLst>
          </p:cNvPr>
          <p:cNvSpPr/>
          <p:nvPr userDrawn="1"/>
        </p:nvSpPr>
        <p:spPr>
          <a:xfrm rot="18045866">
            <a:off x="9134134" y="5546013"/>
            <a:ext cx="3240000" cy="1800000"/>
          </a:xfrm>
          <a:custGeom>
            <a:avLst/>
            <a:gdLst>
              <a:gd name="csX0" fmla="*/ 2 w 2643008"/>
              <a:gd name="csY0" fmla="*/ 52 h 1409507"/>
              <a:gd name="csX1" fmla="*/ 0 w 2643008"/>
              <a:gd name="csY1" fmla="*/ 26 h 1409507"/>
              <a:gd name="csX2" fmla="*/ 2 w 2643008"/>
              <a:gd name="csY2" fmla="*/ 0 h 1409507"/>
              <a:gd name="csX3" fmla="*/ 411980 w 2643008"/>
              <a:gd name="csY3" fmla="*/ 996680 h 1409507"/>
              <a:gd name="csX4" fmla="*/ 240223 w 2643008"/>
              <a:gd name="csY4" fmla="*/ 788080 h 1409507"/>
              <a:gd name="csX5" fmla="*/ 170166 w 2643008"/>
              <a:gd name="csY5" fmla="*/ 672526 h 1409507"/>
              <a:gd name="csX6" fmla="*/ 2643008 w 2643008"/>
              <a:gd name="csY6" fmla="*/ 672526 h 1409507"/>
              <a:gd name="csX7" fmla="*/ 2572951 w 2643008"/>
              <a:gd name="csY7" fmla="*/ 788080 h 1409507"/>
              <a:gd name="csX8" fmla="*/ 1406587 w 2643008"/>
              <a:gd name="csY8" fmla="*/ 1409507 h 1409507"/>
              <a:gd name="csX9" fmla="*/ 411980 w 2643008"/>
              <a:gd name="csY9" fmla="*/ 996680 h 14095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43008" h="1409507">
                <a:moveTo>
                  <a:pt x="2" y="52"/>
                </a:moveTo>
                <a:lnTo>
                  <a:pt x="0" y="26"/>
                </a:lnTo>
                <a:lnTo>
                  <a:pt x="2" y="0"/>
                </a:lnTo>
                <a:close/>
                <a:moveTo>
                  <a:pt x="411980" y="996680"/>
                </a:moveTo>
                <a:cubicBezTo>
                  <a:pt x="348344" y="932913"/>
                  <a:pt x="290778" y="863065"/>
                  <a:pt x="240223" y="788080"/>
                </a:cubicBezTo>
                <a:lnTo>
                  <a:pt x="170166" y="672526"/>
                </a:lnTo>
                <a:lnTo>
                  <a:pt x="2643008" y="672526"/>
                </a:lnTo>
                <a:lnTo>
                  <a:pt x="2572951" y="788080"/>
                </a:lnTo>
                <a:cubicBezTo>
                  <a:pt x="2320178" y="1163005"/>
                  <a:pt x="1892110" y="1409507"/>
                  <a:pt x="1406587" y="1409507"/>
                </a:cubicBezTo>
                <a:cubicBezTo>
                  <a:pt x="1018168" y="1409507"/>
                  <a:pt x="666522" y="1251746"/>
                  <a:pt x="411980" y="996680"/>
                </a:cubicBezTo>
                <a:close/>
              </a:path>
            </a:pathLst>
          </a:custGeom>
          <a:solidFill>
            <a:srgbClr val="00BFB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T" dirty="0"/>
          </a:p>
        </p:txBody>
      </p:sp>
      <p:pic>
        <p:nvPicPr>
          <p:cNvPr id="12" name="Picture 11" descr="A red and black logo&#10;&#10;AI-generated content may be incorrect.">
            <a:extLst>
              <a:ext uri="{FF2B5EF4-FFF2-40B4-BE49-F238E27FC236}">
                <a16:creationId xmlns:a16="http://schemas.microsoft.com/office/drawing/2014/main" id="{EDCE9754-6C00-0776-66EA-4338096A8D7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09165" y="78607"/>
            <a:ext cx="1809563" cy="491672"/>
          </a:xfrm>
          <a:prstGeom prst="rect">
            <a:avLst/>
          </a:prstGeom>
        </p:spPr>
      </p:pic>
      <p:sp>
        <p:nvSpPr>
          <p:cNvPr id="13" name="Freeform 12">
            <a:extLst>
              <a:ext uri="{FF2B5EF4-FFF2-40B4-BE49-F238E27FC236}">
                <a16:creationId xmlns:a16="http://schemas.microsoft.com/office/drawing/2014/main" id="{507D564E-B7A2-1104-3355-9CBFC86FDD99}"/>
              </a:ext>
            </a:extLst>
          </p:cNvPr>
          <p:cNvSpPr/>
          <p:nvPr userDrawn="1"/>
        </p:nvSpPr>
        <p:spPr>
          <a:xfrm rot="5400000">
            <a:off x="1905960" y="-1382169"/>
            <a:ext cx="264089" cy="5708022"/>
          </a:xfrm>
          <a:custGeom>
            <a:avLst/>
            <a:gdLst>
              <a:gd name="csX0" fmla="*/ 172982 w 784694"/>
              <a:gd name="csY0" fmla="*/ 51151 h 3352353"/>
              <a:gd name="csX1" fmla="*/ 392347 w 784694"/>
              <a:gd name="csY1" fmla="*/ 0 h 3352353"/>
              <a:gd name="csX2" fmla="*/ 753861 w 784694"/>
              <a:gd name="csY2" fmla="*/ 182925 h 3352353"/>
              <a:gd name="csX3" fmla="*/ 774280 w 784694"/>
              <a:gd name="csY3" fmla="*/ 233137 h 3352353"/>
              <a:gd name="csX4" fmla="*/ 774416 w 784694"/>
              <a:gd name="csY4" fmla="*/ 233339 h 3352353"/>
              <a:gd name="csX5" fmla="*/ 774470 w 784694"/>
              <a:gd name="csY5" fmla="*/ 233604 h 3352353"/>
              <a:gd name="csX6" fmla="*/ 776723 w 784694"/>
              <a:gd name="csY6" fmla="*/ 239145 h 3352353"/>
              <a:gd name="csX7" fmla="*/ 778868 w 784694"/>
              <a:gd name="csY7" fmla="*/ 255392 h 3352353"/>
              <a:gd name="csX8" fmla="*/ 784694 w 784694"/>
              <a:gd name="csY8" fmla="*/ 284247 h 3352353"/>
              <a:gd name="csX9" fmla="*/ 784694 w 784694"/>
              <a:gd name="csY9" fmla="*/ 299506 h 3352353"/>
              <a:gd name="csX10" fmla="*/ 784694 w 784694"/>
              <a:gd name="csY10" fmla="*/ 299506 h 3352353"/>
              <a:gd name="csX11" fmla="*/ 784694 w 784694"/>
              <a:gd name="csY11" fmla="*/ 299507 h 3352353"/>
              <a:gd name="csX12" fmla="*/ 784694 w 784694"/>
              <a:gd name="csY12" fmla="*/ 3221568 h 3352353"/>
              <a:gd name="csX13" fmla="*/ 653909 w 784694"/>
              <a:gd name="csY13" fmla="*/ 3352353 h 3352353"/>
              <a:gd name="csX14" fmla="*/ 130785 w 784694"/>
              <a:gd name="csY14" fmla="*/ 3352353 h 3352353"/>
              <a:gd name="csX15" fmla="*/ 0 w 784694"/>
              <a:gd name="csY15" fmla="*/ 3221568 h 3352353"/>
              <a:gd name="csX16" fmla="*/ 0 w 784694"/>
              <a:gd name="csY16" fmla="*/ 284247 h 3352353"/>
              <a:gd name="csX17" fmla="*/ 5826 w 784694"/>
              <a:gd name="csY17" fmla="*/ 255390 h 3352353"/>
              <a:gd name="csX18" fmla="*/ 7971 w 784694"/>
              <a:gd name="csY18" fmla="*/ 239145 h 3352353"/>
              <a:gd name="csX19" fmla="*/ 10224 w 784694"/>
              <a:gd name="csY19" fmla="*/ 233605 h 3352353"/>
              <a:gd name="csX20" fmla="*/ 10278 w 784694"/>
              <a:gd name="csY20" fmla="*/ 233339 h 3352353"/>
              <a:gd name="csX21" fmla="*/ 10415 w 784694"/>
              <a:gd name="csY21" fmla="*/ 233136 h 3352353"/>
              <a:gd name="csX22" fmla="*/ 30833 w 784694"/>
              <a:gd name="csY22" fmla="*/ 182925 h 3352353"/>
              <a:gd name="csX23" fmla="*/ 172982 w 784694"/>
              <a:gd name="csY23" fmla="*/ 51151 h 33523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784694" h="3352353">
                <a:moveTo>
                  <a:pt x="172982" y="51151"/>
                </a:moveTo>
                <a:cubicBezTo>
                  <a:pt x="235601" y="18857"/>
                  <a:pt x="311089" y="0"/>
                  <a:pt x="392347" y="0"/>
                </a:cubicBezTo>
                <a:cubicBezTo>
                  <a:pt x="554862" y="0"/>
                  <a:pt x="694300" y="75428"/>
                  <a:pt x="753861" y="182925"/>
                </a:cubicBezTo>
                <a:lnTo>
                  <a:pt x="774280" y="233137"/>
                </a:lnTo>
                <a:lnTo>
                  <a:pt x="774416" y="233339"/>
                </a:lnTo>
                <a:lnTo>
                  <a:pt x="774470" y="233604"/>
                </a:lnTo>
                <a:lnTo>
                  <a:pt x="776723" y="239145"/>
                </a:lnTo>
                <a:lnTo>
                  <a:pt x="778868" y="255392"/>
                </a:lnTo>
                <a:lnTo>
                  <a:pt x="784694" y="284247"/>
                </a:lnTo>
                <a:lnTo>
                  <a:pt x="784694" y="299506"/>
                </a:lnTo>
                <a:lnTo>
                  <a:pt x="784694" y="299506"/>
                </a:lnTo>
                <a:lnTo>
                  <a:pt x="784694" y="299507"/>
                </a:lnTo>
                <a:lnTo>
                  <a:pt x="784694" y="3221568"/>
                </a:lnTo>
                <a:cubicBezTo>
                  <a:pt x="784694" y="3293799"/>
                  <a:pt x="726140" y="3352353"/>
                  <a:pt x="653909" y="3352353"/>
                </a:cubicBezTo>
                <a:lnTo>
                  <a:pt x="130785" y="3352353"/>
                </a:lnTo>
                <a:cubicBezTo>
                  <a:pt x="58554" y="3352353"/>
                  <a:pt x="0" y="3293799"/>
                  <a:pt x="0" y="3221568"/>
                </a:cubicBezTo>
                <a:lnTo>
                  <a:pt x="0" y="284247"/>
                </a:lnTo>
                <a:lnTo>
                  <a:pt x="5826" y="255390"/>
                </a:lnTo>
                <a:lnTo>
                  <a:pt x="7971" y="239145"/>
                </a:lnTo>
                <a:lnTo>
                  <a:pt x="10224" y="233605"/>
                </a:lnTo>
                <a:lnTo>
                  <a:pt x="10278" y="233339"/>
                </a:lnTo>
                <a:lnTo>
                  <a:pt x="10415" y="233136"/>
                </a:lnTo>
                <a:lnTo>
                  <a:pt x="30833" y="182925"/>
                </a:lnTo>
                <a:cubicBezTo>
                  <a:pt x="60614" y="129176"/>
                  <a:pt x="110363" y="83445"/>
                  <a:pt x="172982" y="51151"/>
                </a:cubicBezTo>
                <a:close/>
              </a:path>
            </a:pathLst>
          </a:custGeom>
          <a:solidFill>
            <a:srgbClr val="02A9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T"/>
          </a:p>
        </p:txBody>
      </p:sp>
    </p:spTree>
    <p:extLst>
      <p:ext uri="{BB962C8B-B14F-4D97-AF65-F5344CB8AC3E}">
        <p14:creationId xmlns:p14="http://schemas.microsoft.com/office/powerpoint/2010/main" val="3067843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A909B-8187-9259-C703-B81ADEDF745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T"/>
          </a:p>
        </p:txBody>
      </p:sp>
      <p:sp>
        <p:nvSpPr>
          <p:cNvPr id="3" name="Text Placeholder 2">
            <a:extLst>
              <a:ext uri="{FF2B5EF4-FFF2-40B4-BE49-F238E27FC236}">
                <a16:creationId xmlns:a16="http://schemas.microsoft.com/office/drawing/2014/main" id="{E6BBCD72-8D13-01E0-B3AD-927A8ECC49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257E909-5ECE-EA28-48FC-04B35BAD4303}"/>
              </a:ext>
            </a:extLst>
          </p:cNvPr>
          <p:cNvSpPr>
            <a:spLocks noGrp="1"/>
          </p:cNvSpPr>
          <p:nvPr>
            <p:ph type="dt" sz="half" idx="10"/>
          </p:nvPr>
        </p:nvSpPr>
        <p:spPr/>
        <p:txBody>
          <a:bodyPr/>
          <a:lstStyle/>
          <a:p>
            <a:fld id="{A591BDEC-81C3-DB48-92B3-4E74693DD55D}" type="datetimeFigureOut">
              <a:rPr lang="en-AT" smtClean="0"/>
              <a:t>16.05.26</a:t>
            </a:fld>
            <a:endParaRPr lang="en-AT"/>
          </a:p>
        </p:txBody>
      </p:sp>
      <p:sp>
        <p:nvSpPr>
          <p:cNvPr id="5" name="Footer Placeholder 4">
            <a:extLst>
              <a:ext uri="{FF2B5EF4-FFF2-40B4-BE49-F238E27FC236}">
                <a16:creationId xmlns:a16="http://schemas.microsoft.com/office/drawing/2014/main" id="{2222E802-7298-BAD4-E0E6-3BD941F31731}"/>
              </a:ext>
            </a:extLst>
          </p:cNvPr>
          <p:cNvSpPr>
            <a:spLocks noGrp="1"/>
          </p:cNvSpPr>
          <p:nvPr>
            <p:ph type="ftr" sz="quarter" idx="11"/>
          </p:nvPr>
        </p:nvSpPr>
        <p:spPr/>
        <p:txBody>
          <a:bodyPr/>
          <a:lstStyle/>
          <a:p>
            <a:endParaRPr lang="en-AT"/>
          </a:p>
        </p:txBody>
      </p:sp>
      <p:sp>
        <p:nvSpPr>
          <p:cNvPr id="6" name="Slide Number Placeholder 5">
            <a:extLst>
              <a:ext uri="{FF2B5EF4-FFF2-40B4-BE49-F238E27FC236}">
                <a16:creationId xmlns:a16="http://schemas.microsoft.com/office/drawing/2014/main" id="{5DEF2B34-CE93-848B-31D5-D83BA2878A91}"/>
              </a:ext>
            </a:extLst>
          </p:cNvPr>
          <p:cNvSpPr>
            <a:spLocks noGrp="1"/>
          </p:cNvSpPr>
          <p:nvPr>
            <p:ph type="sldNum" sz="quarter" idx="12"/>
          </p:nvPr>
        </p:nvSpPr>
        <p:spPr/>
        <p:txBody>
          <a:bodyPr/>
          <a:lstStyle/>
          <a:p>
            <a:fld id="{D8E3BB1E-CF9F-BA4C-AD08-6C35B534BA35}" type="slidenum">
              <a:rPr lang="en-AT" smtClean="0"/>
              <a:t>‹#›</a:t>
            </a:fld>
            <a:endParaRPr lang="en-AT"/>
          </a:p>
        </p:txBody>
      </p:sp>
      <p:sp>
        <p:nvSpPr>
          <p:cNvPr id="7" name="Freeform 6">
            <a:extLst>
              <a:ext uri="{FF2B5EF4-FFF2-40B4-BE49-F238E27FC236}">
                <a16:creationId xmlns:a16="http://schemas.microsoft.com/office/drawing/2014/main" id="{9589CD65-5F10-2A5E-08A3-4784155E15AD}"/>
              </a:ext>
            </a:extLst>
          </p:cNvPr>
          <p:cNvSpPr/>
          <p:nvPr userDrawn="1"/>
        </p:nvSpPr>
        <p:spPr>
          <a:xfrm rot="7336004">
            <a:off x="8106926" y="4772515"/>
            <a:ext cx="3241309" cy="1800000"/>
          </a:xfrm>
          <a:custGeom>
            <a:avLst/>
            <a:gdLst>
              <a:gd name="csX0" fmla="*/ 2 w 2643008"/>
              <a:gd name="csY0" fmla="*/ 52 h 1409507"/>
              <a:gd name="csX1" fmla="*/ 0 w 2643008"/>
              <a:gd name="csY1" fmla="*/ 26 h 1409507"/>
              <a:gd name="csX2" fmla="*/ 2 w 2643008"/>
              <a:gd name="csY2" fmla="*/ 0 h 1409507"/>
              <a:gd name="csX3" fmla="*/ 411980 w 2643008"/>
              <a:gd name="csY3" fmla="*/ 996680 h 1409507"/>
              <a:gd name="csX4" fmla="*/ 240223 w 2643008"/>
              <a:gd name="csY4" fmla="*/ 788080 h 1409507"/>
              <a:gd name="csX5" fmla="*/ 170166 w 2643008"/>
              <a:gd name="csY5" fmla="*/ 672526 h 1409507"/>
              <a:gd name="csX6" fmla="*/ 2643008 w 2643008"/>
              <a:gd name="csY6" fmla="*/ 672526 h 1409507"/>
              <a:gd name="csX7" fmla="*/ 2572951 w 2643008"/>
              <a:gd name="csY7" fmla="*/ 788080 h 1409507"/>
              <a:gd name="csX8" fmla="*/ 1406587 w 2643008"/>
              <a:gd name="csY8" fmla="*/ 1409507 h 1409507"/>
              <a:gd name="csX9" fmla="*/ 411980 w 2643008"/>
              <a:gd name="csY9" fmla="*/ 996680 h 14095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43008" h="1409507">
                <a:moveTo>
                  <a:pt x="2" y="52"/>
                </a:moveTo>
                <a:lnTo>
                  <a:pt x="0" y="26"/>
                </a:lnTo>
                <a:lnTo>
                  <a:pt x="2" y="0"/>
                </a:lnTo>
                <a:close/>
                <a:moveTo>
                  <a:pt x="411980" y="996680"/>
                </a:moveTo>
                <a:cubicBezTo>
                  <a:pt x="348344" y="932913"/>
                  <a:pt x="290778" y="863065"/>
                  <a:pt x="240223" y="788080"/>
                </a:cubicBezTo>
                <a:lnTo>
                  <a:pt x="170166" y="672526"/>
                </a:lnTo>
                <a:lnTo>
                  <a:pt x="2643008" y="672526"/>
                </a:lnTo>
                <a:lnTo>
                  <a:pt x="2572951" y="788080"/>
                </a:lnTo>
                <a:cubicBezTo>
                  <a:pt x="2320178" y="1163005"/>
                  <a:pt x="1892110" y="1409507"/>
                  <a:pt x="1406587" y="1409507"/>
                </a:cubicBezTo>
                <a:cubicBezTo>
                  <a:pt x="1018168" y="1409507"/>
                  <a:pt x="666522" y="1251746"/>
                  <a:pt x="411980" y="996680"/>
                </a:cubicBezTo>
                <a:close/>
              </a:path>
            </a:pathLst>
          </a:custGeom>
          <a:solidFill>
            <a:srgbClr val="FED2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T" dirty="0"/>
          </a:p>
        </p:txBody>
      </p:sp>
      <p:grpSp>
        <p:nvGrpSpPr>
          <p:cNvPr id="8" name="Group 7">
            <a:extLst>
              <a:ext uri="{FF2B5EF4-FFF2-40B4-BE49-F238E27FC236}">
                <a16:creationId xmlns:a16="http://schemas.microsoft.com/office/drawing/2014/main" id="{17AFF811-7F9B-2B8D-CC58-4617CF0DB6EC}"/>
              </a:ext>
            </a:extLst>
          </p:cNvPr>
          <p:cNvGrpSpPr/>
          <p:nvPr userDrawn="1"/>
        </p:nvGrpSpPr>
        <p:grpSpPr>
          <a:xfrm rot="1909600">
            <a:off x="9635798" y="4704644"/>
            <a:ext cx="784694" cy="3352353"/>
            <a:chOff x="7715794" y="2375855"/>
            <a:chExt cx="609600" cy="3458888"/>
          </a:xfrm>
        </p:grpSpPr>
        <p:sp>
          <p:nvSpPr>
            <p:cNvPr id="9" name="Rounded Rectangle 8">
              <a:extLst>
                <a:ext uri="{FF2B5EF4-FFF2-40B4-BE49-F238E27FC236}">
                  <a16:creationId xmlns:a16="http://schemas.microsoft.com/office/drawing/2014/main" id="{123E6DBF-8FE3-ABF9-52E3-01484BA7CC4E}"/>
                </a:ext>
              </a:extLst>
            </p:cNvPr>
            <p:cNvSpPr/>
            <p:nvPr/>
          </p:nvSpPr>
          <p:spPr>
            <a:xfrm>
              <a:off x="7715794" y="2534194"/>
              <a:ext cx="609600" cy="3300549"/>
            </a:xfrm>
            <a:prstGeom prst="roundRect">
              <a:avLst/>
            </a:prstGeom>
            <a:solidFill>
              <a:srgbClr val="02A9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10" name="Oval 9">
              <a:extLst>
                <a:ext uri="{FF2B5EF4-FFF2-40B4-BE49-F238E27FC236}">
                  <a16:creationId xmlns:a16="http://schemas.microsoft.com/office/drawing/2014/main" id="{C6F2B1F5-4C85-B9F8-45BA-975B76CECBA6}"/>
                </a:ext>
              </a:extLst>
            </p:cNvPr>
            <p:cNvSpPr/>
            <p:nvPr/>
          </p:nvSpPr>
          <p:spPr>
            <a:xfrm>
              <a:off x="7715794" y="2375855"/>
              <a:ext cx="609600" cy="618048"/>
            </a:xfrm>
            <a:prstGeom prst="ellipse">
              <a:avLst/>
            </a:prstGeom>
            <a:solidFill>
              <a:srgbClr val="02A9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grpSp>
      <p:sp>
        <p:nvSpPr>
          <p:cNvPr id="11" name="Freeform 10">
            <a:extLst>
              <a:ext uri="{FF2B5EF4-FFF2-40B4-BE49-F238E27FC236}">
                <a16:creationId xmlns:a16="http://schemas.microsoft.com/office/drawing/2014/main" id="{DF5AF3FC-A7FB-8F1D-041D-FCAB37F95877}"/>
              </a:ext>
            </a:extLst>
          </p:cNvPr>
          <p:cNvSpPr/>
          <p:nvPr userDrawn="1"/>
        </p:nvSpPr>
        <p:spPr>
          <a:xfrm rot="18045866">
            <a:off x="9134134" y="5546013"/>
            <a:ext cx="3240000" cy="1800000"/>
          </a:xfrm>
          <a:custGeom>
            <a:avLst/>
            <a:gdLst>
              <a:gd name="csX0" fmla="*/ 2 w 2643008"/>
              <a:gd name="csY0" fmla="*/ 52 h 1409507"/>
              <a:gd name="csX1" fmla="*/ 0 w 2643008"/>
              <a:gd name="csY1" fmla="*/ 26 h 1409507"/>
              <a:gd name="csX2" fmla="*/ 2 w 2643008"/>
              <a:gd name="csY2" fmla="*/ 0 h 1409507"/>
              <a:gd name="csX3" fmla="*/ 411980 w 2643008"/>
              <a:gd name="csY3" fmla="*/ 996680 h 1409507"/>
              <a:gd name="csX4" fmla="*/ 240223 w 2643008"/>
              <a:gd name="csY4" fmla="*/ 788080 h 1409507"/>
              <a:gd name="csX5" fmla="*/ 170166 w 2643008"/>
              <a:gd name="csY5" fmla="*/ 672526 h 1409507"/>
              <a:gd name="csX6" fmla="*/ 2643008 w 2643008"/>
              <a:gd name="csY6" fmla="*/ 672526 h 1409507"/>
              <a:gd name="csX7" fmla="*/ 2572951 w 2643008"/>
              <a:gd name="csY7" fmla="*/ 788080 h 1409507"/>
              <a:gd name="csX8" fmla="*/ 1406587 w 2643008"/>
              <a:gd name="csY8" fmla="*/ 1409507 h 1409507"/>
              <a:gd name="csX9" fmla="*/ 411980 w 2643008"/>
              <a:gd name="csY9" fmla="*/ 996680 h 14095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43008" h="1409507">
                <a:moveTo>
                  <a:pt x="2" y="52"/>
                </a:moveTo>
                <a:lnTo>
                  <a:pt x="0" y="26"/>
                </a:lnTo>
                <a:lnTo>
                  <a:pt x="2" y="0"/>
                </a:lnTo>
                <a:close/>
                <a:moveTo>
                  <a:pt x="411980" y="996680"/>
                </a:moveTo>
                <a:cubicBezTo>
                  <a:pt x="348344" y="932913"/>
                  <a:pt x="290778" y="863065"/>
                  <a:pt x="240223" y="788080"/>
                </a:cubicBezTo>
                <a:lnTo>
                  <a:pt x="170166" y="672526"/>
                </a:lnTo>
                <a:lnTo>
                  <a:pt x="2643008" y="672526"/>
                </a:lnTo>
                <a:lnTo>
                  <a:pt x="2572951" y="788080"/>
                </a:lnTo>
                <a:cubicBezTo>
                  <a:pt x="2320178" y="1163005"/>
                  <a:pt x="1892110" y="1409507"/>
                  <a:pt x="1406587" y="1409507"/>
                </a:cubicBezTo>
                <a:cubicBezTo>
                  <a:pt x="1018168" y="1409507"/>
                  <a:pt x="666522" y="1251746"/>
                  <a:pt x="411980" y="996680"/>
                </a:cubicBezTo>
                <a:close/>
              </a:path>
            </a:pathLst>
          </a:custGeom>
          <a:solidFill>
            <a:srgbClr val="00BFB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T" dirty="0"/>
          </a:p>
        </p:txBody>
      </p:sp>
      <p:pic>
        <p:nvPicPr>
          <p:cNvPr id="12" name="Picture 11" descr="A red and black logo&#10;&#10;AI-generated content may be incorrect.">
            <a:extLst>
              <a:ext uri="{FF2B5EF4-FFF2-40B4-BE49-F238E27FC236}">
                <a16:creationId xmlns:a16="http://schemas.microsoft.com/office/drawing/2014/main" id="{2EF331A1-FBA0-96AE-7994-1DC3B9DFDD1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09165" y="78607"/>
            <a:ext cx="1809563" cy="491672"/>
          </a:xfrm>
          <a:prstGeom prst="rect">
            <a:avLst/>
          </a:prstGeom>
        </p:spPr>
      </p:pic>
    </p:spTree>
    <p:extLst>
      <p:ext uri="{BB962C8B-B14F-4D97-AF65-F5344CB8AC3E}">
        <p14:creationId xmlns:p14="http://schemas.microsoft.com/office/powerpoint/2010/main" val="1255387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2E27E-FBF7-E1D1-FA66-0AAE47BEEA22}"/>
              </a:ext>
            </a:extLst>
          </p:cNvPr>
          <p:cNvSpPr>
            <a:spLocks noGrp="1"/>
          </p:cNvSpPr>
          <p:nvPr>
            <p:ph type="title"/>
          </p:nvPr>
        </p:nvSpPr>
        <p:spPr/>
        <p:txBody>
          <a:bodyPr/>
          <a:lstStyle/>
          <a:p>
            <a:r>
              <a:rPr lang="en-GB"/>
              <a:t>Click to edit Master title style</a:t>
            </a:r>
            <a:endParaRPr lang="en-AT"/>
          </a:p>
        </p:txBody>
      </p:sp>
      <p:sp>
        <p:nvSpPr>
          <p:cNvPr id="3" name="Content Placeholder 2">
            <a:extLst>
              <a:ext uri="{FF2B5EF4-FFF2-40B4-BE49-F238E27FC236}">
                <a16:creationId xmlns:a16="http://schemas.microsoft.com/office/drawing/2014/main" id="{3583F2A8-F6C6-E247-36C4-34D690B4D3D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T"/>
          </a:p>
        </p:txBody>
      </p:sp>
      <p:sp>
        <p:nvSpPr>
          <p:cNvPr id="4" name="Content Placeholder 3">
            <a:extLst>
              <a:ext uri="{FF2B5EF4-FFF2-40B4-BE49-F238E27FC236}">
                <a16:creationId xmlns:a16="http://schemas.microsoft.com/office/drawing/2014/main" id="{96B8EE53-E0C8-E326-1EBA-3295756D245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T"/>
          </a:p>
        </p:txBody>
      </p:sp>
      <p:sp>
        <p:nvSpPr>
          <p:cNvPr id="5" name="Date Placeholder 4">
            <a:extLst>
              <a:ext uri="{FF2B5EF4-FFF2-40B4-BE49-F238E27FC236}">
                <a16:creationId xmlns:a16="http://schemas.microsoft.com/office/drawing/2014/main" id="{386C9890-96D8-C421-F52E-89E5FA5B8FFC}"/>
              </a:ext>
            </a:extLst>
          </p:cNvPr>
          <p:cNvSpPr>
            <a:spLocks noGrp="1"/>
          </p:cNvSpPr>
          <p:nvPr>
            <p:ph type="dt" sz="half" idx="10"/>
          </p:nvPr>
        </p:nvSpPr>
        <p:spPr/>
        <p:txBody>
          <a:bodyPr/>
          <a:lstStyle/>
          <a:p>
            <a:fld id="{A591BDEC-81C3-DB48-92B3-4E74693DD55D}" type="datetimeFigureOut">
              <a:rPr lang="en-AT" smtClean="0"/>
              <a:t>16.05.26</a:t>
            </a:fld>
            <a:endParaRPr lang="en-AT"/>
          </a:p>
        </p:txBody>
      </p:sp>
      <p:sp>
        <p:nvSpPr>
          <p:cNvPr id="6" name="Footer Placeholder 5">
            <a:extLst>
              <a:ext uri="{FF2B5EF4-FFF2-40B4-BE49-F238E27FC236}">
                <a16:creationId xmlns:a16="http://schemas.microsoft.com/office/drawing/2014/main" id="{066F1BCA-A324-D676-9CFF-F496AE89264F}"/>
              </a:ext>
            </a:extLst>
          </p:cNvPr>
          <p:cNvSpPr>
            <a:spLocks noGrp="1"/>
          </p:cNvSpPr>
          <p:nvPr>
            <p:ph type="ftr" sz="quarter" idx="11"/>
          </p:nvPr>
        </p:nvSpPr>
        <p:spPr/>
        <p:txBody>
          <a:bodyPr/>
          <a:lstStyle/>
          <a:p>
            <a:endParaRPr lang="en-AT"/>
          </a:p>
        </p:txBody>
      </p:sp>
      <p:sp>
        <p:nvSpPr>
          <p:cNvPr id="7" name="Slide Number Placeholder 6">
            <a:extLst>
              <a:ext uri="{FF2B5EF4-FFF2-40B4-BE49-F238E27FC236}">
                <a16:creationId xmlns:a16="http://schemas.microsoft.com/office/drawing/2014/main" id="{EBAE1F81-3D0C-317C-254B-9F0FC46BAAB4}"/>
              </a:ext>
            </a:extLst>
          </p:cNvPr>
          <p:cNvSpPr>
            <a:spLocks noGrp="1"/>
          </p:cNvSpPr>
          <p:nvPr>
            <p:ph type="sldNum" sz="quarter" idx="12"/>
          </p:nvPr>
        </p:nvSpPr>
        <p:spPr/>
        <p:txBody>
          <a:bodyPr/>
          <a:lstStyle/>
          <a:p>
            <a:fld id="{D8E3BB1E-CF9F-BA4C-AD08-6C35B534BA35}" type="slidenum">
              <a:rPr lang="en-AT" smtClean="0"/>
              <a:t>‹#›</a:t>
            </a:fld>
            <a:endParaRPr lang="en-AT"/>
          </a:p>
        </p:txBody>
      </p:sp>
      <p:sp>
        <p:nvSpPr>
          <p:cNvPr id="8" name="Freeform 7">
            <a:extLst>
              <a:ext uri="{FF2B5EF4-FFF2-40B4-BE49-F238E27FC236}">
                <a16:creationId xmlns:a16="http://schemas.microsoft.com/office/drawing/2014/main" id="{FB3973F1-0FD7-E73C-D601-F35B9056F1F9}"/>
              </a:ext>
            </a:extLst>
          </p:cNvPr>
          <p:cNvSpPr/>
          <p:nvPr userDrawn="1"/>
        </p:nvSpPr>
        <p:spPr>
          <a:xfrm rot="7336004">
            <a:off x="8106926" y="4772515"/>
            <a:ext cx="3241309" cy="1800000"/>
          </a:xfrm>
          <a:custGeom>
            <a:avLst/>
            <a:gdLst>
              <a:gd name="csX0" fmla="*/ 2 w 2643008"/>
              <a:gd name="csY0" fmla="*/ 52 h 1409507"/>
              <a:gd name="csX1" fmla="*/ 0 w 2643008"/>
              <a:gd name="csY1" fmla="*/ 26 h 1409507"/>
              <a:gd name="csX2" fmla="*/ 2 w 2643008"/>
              <a:gd name="csY2" fmla="*/ 0 h 1409507"/>
              <a:gd name="csX3" fmla="*/ 411980 w 2643008"/>
              <a:gd name="csY3" fmla="*/ 996680 h 1409507"/>
              <a:gd name="csX4" fmla="*/ 240223 w 2643008"/>
              <a:gd name="csY4" fmla="*/ 788080 h 1409507"/>
              <a:gd name="csX5" fmla="*/ 170166 w 2643008"/>
              <a:gd name="csY5" fmla="*/ 672526 h 1409507"/>
              <a:gd name="csX6" fmla="*/ 2643008 w 2643008"/>
              <a:gd name="csY6" fmla="*/ 672526 h 1409507"/>
              <a:gd name="csX7" fmla="*/ 2572951 w 2643008"/>
              <a:gd name="csY7" fmla="*/ 788080 h 1409507"/>
              <a:gd name="csX8" fmla="*/ 1406587 w 2643008"/>
              <a:gd name="csY8" fmla="*/ 1409507 h 1409507"/>
              <a:gd name="csX9" fmla="*/ 411980 w 2643008"/>
              <a:gd name="csY9" fmla="*/ 996680 h 14095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43008" h="1409507">
                <a:moveTo>
                  <a:pt x="2" y="52"/>
                </a:moveTo>
                <a:lnTo>
                  <a:pt x="0" y="26"/>
                </a:lnTo>
                <a:lnTo>
                  <a:pt x="2" y="0"/>
                </a:lnTo>
                <a:close/>
                <a:moveTo>
                  <a:pt x="411980" y="996680"/>
                </a:moveTo>
                <a:cubicBezTo>
                  <a:pt x="348344" y="932913"/>
                  <a:pt x="290778" y="863065"/>
                  <a:pt x="240223" y="788080"/>
                </a:cubicBezTo>
                <a:lnTo>
                  <a:pt x="170166" y="672526"/>
                </a:lnTo>
                <a:lnTo>
                  <a:pt x="2643008" y="672526"/>
                </a:lnTo>
                <a:lnTo>
                  <a:pt x="2572951" y="788080"/>
                </a:lnTo>
                <a:cubicBezTo>
                  <a:pt x="2320178" y="1163005"/>
                  <a:pt x="1892110" y="1409507"/>
                  <a:pt x="1406587" y="1409507"/>
                </a:cubicBezTo>
                <a:cubicBezTo>
                  <a:pt x="1018168" y="1409507"/>
                  <a:pt x="666522" y="1251746"/>
                  <a:pt x="411980" y="996680"/>
                </a:cubicBezTo>
                <a:close/>
              </a:path>
            </a:pathLst>
          </a:custGeom>
          <a:solidFill>
            <a:srgbClr val="FED2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T" dirty="0"/>
          </a:p>
        </p:txBody>
      </p:sp>
      <p:grpSp>
        <p:nvGrpSpPr>
          <p:cNvPr id="9" name="Group 8">
            <a:extLst>
              <a:ext uri="{FF2B5EF4-FFF2-40B4-BE49-F238E27FC236}">
                <a16:creationId xmlns:a16="http://schemas.microsoft.com/office/drawing/2014/main" id="{91CF6CCF-D429-0CF0-05DE-4D366EFE8753}"/>
              </a:ext>
            </a:extLst>
          </p:cNvPr>
          <p:cNvGrpSpPr/>
          <p:nvPr userDrawn="1"/>
        </p:nvGrpSpPr>
        <p:grpSpPr>
          <a:xfrm rot="1909600">
            <a:off x="9635798" y="4704644"/>
            <a:ext cx="784694" cy="3352353"/>
            <a:chOff x="7715794" y="2375855"/>
            <a:chExt cx="609600" cy="3458888"/>
          </a:xfrm>
        </p:grpSpPr>
        <p:sp>
          <p:nvSpPr>
            <p:cNvPr id="10" name="Rounded Rectangle 9">
              <a:extLst>
                <a:ext uri="{FF2B5EF4-FFF2-40B4-BE49-F238E27FC236}">
                  <a16:creationId xmlns:a16="http://schemas.microsoft.com/office/drawing/2014/main" id="{70370479-BBD2-FF8A-2DB0-7A5DD86349A9}"/>
                </a:ext>
              </a:extLst>
            </p:cNvPr>
            <p:cNvSpPr/>
            <p:nvPr/>
          </p:nvSpPr>
          <p:spPr>
            <a:xfrm>
              <a:off x="7715794" y="2534194"/>
              <a:ext cx="609600" cy="3300549"/>
            </a:xfrm>
            <a:prstGeom prst="roundRect">
              <a:avLst/>
            </a:prstGeom>
            <a:solidFill>
              <a:srgbClr val="02A9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11" name="Oval 10">
              <a:extLst>
                <a:ext uri="{FF2B5EF4-FFF2-40B4-BE49-F238E27FC236}">
                  <a16:creationId xmlns:a16="http://schemas.microsoft.com/office/drawing/2014/main" id="{D57D8D5D-07C9-0C5C-EAB4-234FE01CD4D5}"/>
                </a:ext>
              </a:extLst>
            </p:cNvPr>
            <p:cNvSpPr/>
            <p:nvPr/>
          </p:nvSpPr>
          <p:spPr>
            <a:xfrm>
              <a:off x="7715794" y="2375855"/>
              <a:ext cx="609600" cy="618048"/>
            </a:xfrm>
            <a:prstGeom prst="ellipse">
              <a:avLst/>
            </a:prstGeom>
            <a:solidFill>
              <a:srgbClr val="02A9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grpSp>
      <p:sp>
        <p:nvSpPr>
          <p:cNvPr id="12" name="Freeform 11">
            <a:extLst>
              <a:ext uri="{FF2B5EF4-FFF2-40B4-BE49-F238E27FC236}">
                <a16:creationId xmlns:a16="http://schemas.microsoft.com/office/drawing/2014/main" id="{2E01D89F-E383-A868-DDA1-8D9C405D8F36}"/>
              </a:ext>
            </a:extLst>
          </p:cNvPr>
          <p:cNvSpPr/>
          <p:nvPr userDrawn="1"/>
        </p:nvSpPr>
        <p:spPr>
          <a:xfrm rot="18045866">
            <a:off x="9134134" y="5546013"/>
            <a:ext cx="3240000" cy="1800000"/>
          </a:xfrm>
          <a:custGeom>
            <a:avLst/>
            <a:gdLst>
              <a:gd name="csX0" fmla="*/ 2 w 2643008"/>
              <a:gd name="csY0" fmla="*/ 52 h 1409507"/>
              <a:gd name="csX1" fmla="*/ 0 w 2643008"/>
              <a:gd name="csY1" fmla="*/ 26 h 1409507"/>
              <a:gd name="csX2" fmla="*/ 2 w 2643008"/>
              <a:gd name="csY2" fmla="*/ 0 h 1409507"/>
              <a:gd name="csX3" fmla="*/ 411980 w 2643008"/>
              <a:gd name="csY3" fmla="*/ 996680 h 1409507"/>
              <a:gd name="csX4" fmla="*/ 240223 w 2643008"/>
              <a:gd name="csY4" fmla="*/ 788080 h 1409507"/>
              <a:gd name="csX5" fmla="*/ 170166 w 2643008"/>
              <a:gd name="csY5" fmla="*/ 672526 h 1409507"/>
              <a:gd name="csX6" fmla="*/ 2643008 w 2643008"/>
              <a:gd name="csY6" fmla="*/ 672526 h 1409507"/>
              <a:gd name="csX7" fmla="*/ 2572951 w 2643008"/>
              <a:gd name="csY7" fmla="*/ 788080 h 1409507"/>
              <a:gd name="csX8" fmla="*/ 1406587 w 2643008"/>
              <a:gd name="csY8" fmla="*/ 1409507 h 1409507"/>
              <a:gd name="csX9" fmla="*/ 411980 w 2643008"/>
              <a:gd name="csY9" fmla="*/ 996680 h 14095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43008" h="1409507">
                <a:moveTo>
                  <a:pt x="2" y="52"/>
                </a:moveTo>
                <a:lnTo>
                  <a:pt x="0" y="26"/>
                </a:lnTo>
                <a:lnTo>
                  <a:pt x="2" y="0"/>
                </a:lnTo>
                <a:close/>
                <a:moveTo>
                  <a:pt x="411980" y="996680"/>
                </a:moveTo>
                <a:cubicBezTo>
                  <a:pt x="348344" y="932913"/>
                  <a:pt x="290778" y="863065"/>
                  <a:pt x="240223" y="788080"/>
                </a:cubicBezTo>
                <a:lnTo>
                  <a:pt x="170166" y="672526"/>
                </a:lnTo>
                <a:lnTo>
                  <a:pt x="2643008" y="672526"/>
                </a:lnTo>
                <a:lnTo>
                  <a:pt x="2572951" y="788080"/>
                </a:lnTo>
                <a:cubicBezTo>
                  <a:pt x="2320178" y="1163005"/>
                  <a:pt x="1892110" y="1409507"/>
                  <a:pt x="1406587" y="1409507"/>
                </a:cubicBezTo>
                <a:cubicBezTo>
                  <a:pt x="1018168" y="1409507"/>
                  <a:pt x="666522" y="1251746"/>
                  <a:pt x="411980" y="996680"/>
                </a:cubicBezTo>
                <a:close/>
              </a:path>
            </a:pathLst>
          </a:custGeom>
          <a:solidFill>
            <a:srgbClr val="00BFB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T" dirty="0"/>
          </a:p>
        </p:txBody>
      </p:sp>
      <p:sp>
        <p:nvSpPr>
          <p:cNvPr id="13" name="Freeform 12">
            <a:extLst>
              <a:ext uri="{FF2B5EF4-FFF2-40B4-BE49-F238E27FC236}">
                <a16:creationId xmlns:a16="http://schemas.microsoft.com/office/drawing/2014/main" id="{E84AEF60-975A-95F7-0943-7B3F46AD3B73}"/>
              </a:ext>
            </a:extLst>
          </p:cNvPr>
          <p:cNvSpPr/>
          <p:nvPr userDrawn="1"/>
        </p:nvSpPr>
        <p:spPr>
          <a:xfrm rot="5400000">
            <a:off x="1905960" y="-1382169"/>
            <a:ext cx="264089" cy="5708022"/>
          </a:xfrm>
          <a:custGeom>
            <a:avLst/>
            <a:gdLst>
              <a:gd name="csX0" fmla="*/ 172982 w 784694"/>
              <a:gd name="csY0" fmla="*/ 51151 h 3352353"/>
              <a:gd name="csX1" fmla="*/ 392347 w 784694"/>
              <a:gd name="csY1" fmla="*/ 0 h 3352353"/>
              <a:gd name="csX2" fmla="*/ 753861 w 784694"/>
              <a:gd name="csY2" fmla="*/ 182925 h 3352353"/>
              <a:gd name="csX3" fmla="*/ 774280 w 784694"/>
              <a:gd name="csY3" fmla="*/ 233137 h 3352353"/>
              <a:gd name="csX4" fmla="*/ 774416 w 784694"/>
              <a:gd name="csY4" fmla="*/ 233339 h 3352353"/>
              <a:gd name="csX5" fmla="*/ 774470 w 784694"/>
              <a:gd name="csY5" fmla="*/ 233604 h 3352353"/>
              <a:gd name="csX6" fmla="*/ 776723 w 784694"/>
              <a:gd name="csY6" fmla="*/ 239145 h 3352353"/>
              <a:gd name="csX7" fmla="*/ 778868 w 784694"/>
              <a:gd name="csY7" fmla="*/ 255392 h 3352353"/>
              <a:gd name="csX8" fmla="*/ 784694 w 784694"/>
              <a:gd name="csY8" fmla="*/ 284247 h 3352353"/>
              <a:gd name="csX9" fmla="*/ 784694 w 784694"/>
              <a:gd name="csY9" fmla="*/ 299506 h 3352353"/>
              <a:gd name="csX10" fmla="*/ 784694 w 784694"/>
              <a:gd name="csY10" fmla="*/ 299506 h 3352353"/>
              <a:gd name="csX11" fmla="*/ 784694 w 784694"/>
              <a:gd name="csY11" fmla="*/ 299507 h 3352353"/>
              <a:gd name="csX12" fmla="*/ 784694 w 784694"/>
              <a:gd name="csY12" fmla="*/ 3221568 h 3352353"/>
              <a:gd name="csX13" fmla="*/ 653909 w 784694"/>
              <a:gd name="csY13" fmla="*/ 3352353 h 3352353"/>
              <a:gd name="csX14" fmla="*/ 130785 w 784694"/>
              <a:gd name="csY14" fmla="*/ 3352353 h 3352353"/>
              <a:gd name="csX15" fmla="*/ 0 w 784694"/>
              <a:gd name="csY15" fmla="*/ 3221568 h 3352353"/>
              <a:gd name="csX16" fmla="*/ 0 w 784694"/>
              <a:gd name="csY16" fmla="*/ 284247 h 3352353"/>
              <a:gd name="csX17" fmla="*/ 5826 w 784694"/>
              <a:gd name="csY17" fmla="*/ 255390 h 3352353"/>
              <a:gd name="csX18" fmla="*/ 7971 w 784694"/>
              <a:gd name="csY18" fmla="*/ 239145 h 3352353"/>
              <a:gd name="csX19" fmla="*/ 10224 w 784694"/>
              <a:gd name="csY19" fmla="*/ 233605 h 3352353"/>
              <a:gd name="csX20" fmla="*/ 10278 w 784694"/>
              <a:gd name="csY20" fmla="*/ 233339 h 3352353"/>
              <a:gd name="csX21" fmla="*/ 10415 w 784694"/>
              <a:gd name="csY21" fmla="*/ 233136 h 3352353"/>
              <a:gd name="csX22" fmla="*/ 30833 w 784694"/>
              <a:gd name="csY22" fmla="*/ 182925 h 3352353"/>
              <a:gd name="csX23" fmla="*/ 172982 w 784694"/>
              <a:gd name="csY23" fmla="*/ 51151 h 33523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784694" h="3352353">
                <a:moveTo>
                  <a:pt x="172982" y="51151"/>
                </a:moveTo>
                <a:cubicBezTo>
                  <a:pt x="235601" y="18857"/>
                  <a:pt x="311089" y="0"/>
                  <a:pt x="392347" y="0"/>
                </a:cubicBezTo>
                <a:cubicBezTo>
                  <a:pt x="554862" y="0"/>
                  <a:pt x="694300" y="75428"/>
                  <a:pt x="753861" y="182925"/>
                </a:cubicBezTo>
                <a:lnTo>
                  <a:pt x="774280" y="233137"/>
                </a:lnTo>
                <a:lnTo>
                  <a:pt x="774416" y="233339"/>
                </a:lnTo>
                <a:lnTo>
                  <a:pt x="774470" y="233604"/>
                </a:lnTo>
                <a:lnTo>
                  <a:pt x="776723" y="239145"/>
                </a:lnTo>
                <a:lnTo>
                  <a:pt x="778868" y="255392"/>
                </a:lnTo>
                <a:lnTo>
                  <a:pt x="784694" y="284247"/>
                </a:lnTo>
                <a:lnTo>
                  <a:pt x="784694" y="299506"/>
                </a:lnTo>
                <a:lnTo>
                  <a:pt x="784694" y="299506"/>
                </a:lnTo>
                <a:lnTo>
                  <a:pt x="784694" y="299507"/>
                </a:lnTo>
                <a:lnTo>
                  <a:pt x="784694" y="3221568"/>
                </a:lnTo>
                <a:cubicBezTo>
                  <a:pt x="784694" y="3293799"/>
                  <a:pt x="726140" y="3352353"/>
                  <a:pt x="653909" y="3352353"/>
                </a:cubicBezTo>
                <a:lnTo>
                  <a:pt x="130785" y="3352353"/>
                </a:lnTo>
                <a:cubicBezTo>
                  <a:pt x="58554" y="3352353"/>
                  <a:pt x="0" y="3293799"/>
                  <a:pt x="0" y="3221568"/>
                </a:cubicBezTo>
                <a:lnTo>
                  <a:pt x="0" y="284247"/>
                </a:lnTo>
                <a:lnTo>
                  <a:pt x="5826" y="255390"/>
                </a:lnTo>
                <a:lnTo>
                  <a:pt x="7971" y="239145"/>
                </a:lnTo>
                <a:lnTo>
                  <a:pt x="10224" y="233605"/>
                </a:lnTo>
                <a:lnTo>
                  <a:pt x="10278" y="233339"/>
                </a:lnTo>
                <a:lnTo>
                  <a:pt x="10415" y="233136"/>
                </a:lnTo>
                <a:lnTo>
                  <a:pt x="30833" y="182925"/>
                </a:lnTo>
                <a:cubicBezTo>
                  <a:pt x="60614" y="129176"/>
                  <a:pt x="110363" y="83445"/>
                  <a:pt x="172982" y="51151"/>
                </a:cubicBezTo>
                <a:close/>
              </a:path>
            </a:pathLst>
          </a:custGeom>
          <a:solidFill>
            <a:srgbClr val="02A9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T"/>
          </a:p>
        </p:txBody>
      </p:sp>
      <p:pic>
        <p:nvPicPr>
          <p:cNvPr id="14" name="Picture 13" descr="A red and black logo&#10;&#10;AI-generated content may be incorrect.">
            <a:extLst>
              <a:ext uri="{FF2B5EF4-FFF2-40B4-BE49-F238E27FC236}">
                <a16:creationId xmlns:a16="http://schemas.microsoft.com/office/drawing/2014/main" id="{E1611379-1517-AFEA-9548-02E3EE6BA92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09165" y="78607"/>
            <a:ext cx="1809563" cy="491672"/>
          </a:xfrm>
          <a:prstGeom prst="rect">
            <a:avLst/>
          </a:prstGeom>
        </p:spPr>
      </p:pic>
    </p:spTree>
    <p:extLst>
      <p:ext uri="{BB962C8B-B14F-4D97-AF65-F5344CB8AC3E}">
        <p14:creationId xmlns:p14="http://schemas.microsoft.com/office/powerpoint/2010/main" val="2909533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32E9E-ADD2-BE08-DEFE-FD45AE47CF52}"/>
              </a:ext>
            </a:extLst>
          </p:cNvPr>
          <p:cNvSpPr>
            <a:spLocks noGrp="1"/>
          </p:cNvSpPr>
          <p:nvPr>
            <p:ph type="title"/>
          </p:nvPr>
        </p:nvSpPr>
        <p:spPr>
          <a:xfrm>
            <a:off x="839788" y="365125"/>
            <a:ext cx="10515600" cy="1325563"/>
          </a:xfrm>
        </p:spPr>
        <p:txBody>
          <a:bodyPr/>
          <a:lstStyle/>
          <a:p>
            <a:r>
              <a:rPr lang="en-GB"/>
              <a:t>Click to edit Master title style</a:t>
            </a:r>
            <a:endParaRPr lang="en-AT"/>
          </a:p>
        </p:txBody>
      </p:sp>
      <p:sp>
        <p:nvSpPr>
          <p:cNvPr id="3" name="Text Placeholder 2">
            <a:extLst>
              <a:ext uri="{FF2B5EF4-FFF2-40B4-BE49-F238E27FC236}">
                <a16:creationId xmlns:a16="http://schemas.microsoft.com/office/drawing/2014/main" id="{EC283A32-25C9-AD33-2534-FCEE0476E0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74B07E2-D127-E6B7-3008-A53226AE2A6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T"/>
          </a:p>
        </p:txBody>
      </p:sp>
      <p:sp>
        <p:nvSpPr>
          <p:cNvPr id="5" name="Text Placeholder 4">
            <a:extLst>
              <a:ext uri="{FF2B5EF4-FFF2-40B4-BE49-F238E27FC236}">
                <a16:creationId xmlns:a16="http://schemas.microsoft.com/office/drawing/2014/main" id="{C3CF64B3-30EA-D82E-7B58-037A489DBF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DA688AC-338C-3AC5-829A-F54813C9409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T"/>
          </a:p>
        </p:txBody>
      </p:sp>
      <p:sp>
        <p:nvSpPr>
          <p:cNvPr id="7" name="Date Placeholder 6">
            <a:extLst>
              <a:ext uri="{FF2B5EF4-FFF2-40B4-BE49-F238E27FC236}">
                <a16:creationId xmlns:a16="http://schemas.microsoft.com/office/drawing/2014/main" id="{3CCA5D16-6D99-8B5D-23CC-0876B8256253}"/>
              </a:ext>
            </a:extLst>
          </p:cNvPr>
          <p:cNvSpPr>
            <a:spLocks noGrp="1"/>
          </p:cNvSpPr>
          <p:nvPr>
            <p:ph type="dt" sz="half" idx="10"/>
          </p:nvPr>
        </p:nvSpPr>
        <p:spPr/>
        <p:txBody>
          <a:bodyPr/>
          <a:lstStyle/>
          <a:p>
            <a:fld id="{A591BDEC-81C3-DB48-92B3-4E74693DD55D}" type="datetimeFigureOut">
              <a:rPr lang="en-AT" smtClean="0"/>
              <a:t>16.05.26</a:t>
            </a:fld>
            <a:endParaRPr lang="en-AT"/>
          </a:p>
        </p:txBody>
      </p:sp>
      <p:sp>
        <p:nvSpPr>
          <p:cNvPr id="8" name="Footer Placeholder 7">
            <a:extLst>
              <a:ext uri="{FF2B5EF4-FFF2-40B4-BE49-F238E27FC236}">
                <a16:creationId xmlns:a16="http://schemas.microsoft.com/office/drawing/2014/main" id="{022B6E79-88CD-C666-4034-53122E856562}"/>
              </a:ext>
            </a:extLst>
          </p:cNvPr>
          <p:cNvSpPr>
            <a:spLocks noGrp="1"/>
          </p:cNvSpPr>
          <p:nvPr>
            <p:ph type="ftr" sz="quarter" idx="11"/>
          </p:nvPr>
        </p:nvSpPr>
        <p:spPr/>
        <p:txBody>
          <a:bodyPr/>
          <a:lstStyle/>
          <a:p>
            <a:endParaRPr lang="en-AT"/>
          </a:p>
        </p:txBody>
      </p:sp>
      <p:sp>
        <p:nvSpPr>
          <p:cNvPr id="9" name="Slide Number Placeholder 8">
            <a:extLst>
              <a:ext uri="{FF2B5EF4-FFF2-40B4-BE49-F238E27FC236}">
                <a16:creationId xmlns:a16="http://schemas.microsoft.com/office/drawing/2014/main" id="{CC388AC4-EB5B-089F-4585-D736D7E35A57}"/>
              </a:ext>
            </a:extLst>
          </p:cNvPr>
          <p:cNvSpPr>
            <a:spLocks noGrp="1"/>
          </p:cNvSpPr>
          <p:nvPr>
            <p:ph type="sldNum" sz="quarter" idx="12"/>
          </p:nvPr>
        </p:nvSpPr>
        <p:spPr/>
        <p:txBody>
          <a:bodyPr/>
          <a:lstStyle/>
          <a:p>
            <a:fld id="{D8E3BB1E-CF9F-BA4C-AD08-6C35B534BA35}" type="slidenum">
              <a:rPr lang="en-AT" smtClean="0"/>
              <a:t>‹#›</a:t>
            </a:fld>
            <a:endParaRPr lang="en-AT"/>
          </a:p>
        </p:txBody>
      </p:sp>
      <p:sp>
        <p:nvSpPr>
          <p:cNvPr id="10" name="Freeform 9">
            <a:extLst>
              <a:ext uri="{FF2B5EF4-FFF2-40B4-BE49-F238E27FC236}">
                <a16:creationId xmlns:a16="http://schemas.microsoft.com/office/drawing/2014/main" id="{F201A220-9FE5-8298-5472-24DF51C00DD9}"/>
              </a:ext>
            </a:extLst>
          </p:cNvPr>
          <p:cNvSpPr/>
          <p:nvPr userDrawn="1"/>
        </p:nvSpPr>
        <p:spPr>
          <a:xfrm rot="7336004">
            <a:off x="8106926" y="4772515"/>
            <a:ext cx="3241309" cy="1800000"/>
          </a:xfrm>
          <a:custGeom>
            <a:avLst/>
            <a:gdLst>
              <a:gd name="csX0" fmla="*/ 2 w 2643008"/>
              <a:gd name="csY0" fmla="*/ 52 h 1409507"/>
              <a:gd name="csX1" fmla="*/ 0 w 2643008"/>
              <a:gd name="csY1" fmla="*/ 26 h 1409507"/>
              <a:gd name="csX2" fmla="*/ 2 w 2643008"/>
              <a:gd name="csY2" fmla="*/ 0 h 1409507"/>
              <a:gd name="csX3" fmla="*/ 411980 w 2643008"/>
              <a:gd name="csY3" fmla="*/ 996680 h 1409507"/>
              <a:gd name="csX4" fmla="*/ 240223 w 2643008"/>
              <a:gd name="csY4" fmla="*/ 788080 h 1409507"/>
              <a:gd name="csX5" fmla="*/ 170166 w 2643008"/>
              <a:gd name="csY5" fmla="*/ 672526 h 1409507"/>
              <a:gd name="csX6" fmla="*/ 2643008 w 2643008"/>
              <a:gd name="csY6" fmla="*/ 672526 h 1409507"/>
              <a:gd name="csX7" fmla="*/ 2572951 w 2643008"/>
              <a:gd name="csY7" fmla="*/ 788080 h 1409507"/>
              <a:gd name="csX8" fmla="*/ 1406587 w 2643008"/>
              <a:gd name="csY8" fmla="*/ 1409507 h 1409507"/>
              <a:gd name="csX9" fmla="*/ 411980 w 2643008"/>
              <a:gd name="csY9" fmla="*/ 996680 h 14095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43008" h="1409507">
                <a:moveTo>
                  <a:pt x="2" y="52"/>
                </a:moveTo>
                <a:lnTo>
                  <a:pt x="0" y="26"/>
                </a:lnTo>
                <a:lnTo>
                  <a:pt x="2" y="0"/>
                </a:lnTo>
                <a:close/>
                <a:moveTo>
                  <a:pt x="411980" y="996680"/>
                </a:moveTo>
                <a:cubicBezTo>
                  <a:pt x="348344" y="932913"/>
                  <a:pt x="290778" y="863065"/>
                  <a:pt x="240223" y="788080"/>
                </a:cubicBezTo>
                <a:lnTo>
                  <a:pt x="170166" y="672526"/>
                </a:lnTo>
                <a:lnTo>
                  <a:pt x="2643008" y="672526"/>
                </a:lnTo>
                <a:lnTo>
                  <a:pt x="2572951" y="788080"/>
                </a:lnTo>
                <a:cubicBezTo>
                  <a:pt x="2320178" y="1163005"/>
                  <a:pt x="1892110" y="1409507"/>
                  <a:pt x="1406587" y="1409507"/>
                </a:cubicBezTo>
                <a:cubicBezTo>
                  <a:pt x="1018168" y="1409507"/>
                  <a:pt x="666522" y="1251746"/>
                  <a:pt x="411980" y="996680"/>
                </a:cubicBezTo>
                <a:close/>
              </a:path>
            </a:pathLst>
          </a:custGeom>
          <a:solidFill>
            <a:srgbClr val="FED2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T" dirty="0"/>
          </a:p>
        </p:txBody>
      </p:sp>
      <p:grpSp>
        <p:nvGrpSpPr>
          <p:cNvPr id="11" name="Group 10">
            <a:extLst>
              <a:ext uri="{FF2B5EF4-FFF2-40B4-BE49-F238E27FC236}">
                <a16:creationId xmlns:a16="http://schemas.microsoft.com/office/drawing/2014/main" id="{D7746DDD-0411-EF63-173B-3B41E3C39BEC}"/>
              </a:ext>
            </a:extLst>
          </p:cNvPr>
          <p:cNvGrpSpPr/>
          <p:nvPr userDrawn="1"/>
        </p:nvGrpSpPr>
        <p:grpSpPr>
          <a:xfrm rot="1909600">
            <a:off x="9635798" y="4704644"/>
            <a:ext cx="784694" cy="3352353"/>
            <a:chOff x="7715794" y="2375855"/>
            <a:chExt cx="609600" cy="3458888"/>
          </a:xfrm>
        </p:grpSpPr>
        <p:sp>
          <p:nvSpPr>
            <p:cNvPr id="12" name="Rounded Rectangle 11">
              <a:extLst>
                <a:ext uri="{FF2B5EF4-FFF2-40B4-BE49-F238E27FC236}">
                  <a16:creationId xmlns:a16="http://schemas.microsoft.com/office/drawing/2014/main" id="{A8059651-D777-D47B-57E7-408F993AFABD}"/>
                </a:ext>
              </a:extLst>
            </p:cNvPr>
            <p:cNvSpPr/>
            <p:nvPr/>
          </p:nvSpPr>
          <p:spPr>
            <a:xfrm>
              <a:off x="7715794" y="2534194"/>
              <a:ext cx="609600" cy="3300549"/>
            </a:xfrm>
            <a:prstGeom prst="roundRect">
              <a:avLst/>
            </a:prstGeom>
            <a:solidFill>
              <a:srgbClr val="02A9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13" name="Oval 12">
              <a:extLst>
                <a:ext uri="{FF2B5EF4-FFF2-40B4-BE49-F238E27FC236}">
                  <a16:creationId xmlns:a16="http://schemas.microsoft.com/office/drawing/2014/main" id="{297778A5-4CF3-EEA2-A12C-5689024F2A6F}"/>
                </a:ext>
              </a:extLst>
            </p:cNvPr>
            <p:cNvSpPr/>
            <p:nvPr/>
          </p:nvSpPr>
          <p:spPr>
            <a:xfrm>
              <a:off x="7715794" y="2375855"/>
              <a:ext cx="609600" cy="618048"/>
            </a:xfrm>
            <a:prstGeom prst="ellipse">
              <a:avLst/>
            </a:prstGeom>
            <a:solidFill>
              <a:srgbClr val="02A9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grpSp>
      <p:sp>
        <p:nvSpPr>
          <p:cNvPr id="14" name="Freeform 13">
            <a:extLst>
              <a:ext uri="{FF2B5EF4-FFF2-40B4-BE49-F238E27FC236}">
                <a16:creationId xmlns:a16="http://schemas.microsoft.com/office/drawing/2014/main" id="{A2BF3103-6099-DFBB-0DAC-C56679D7033A}"/>
              </a:ext>
            </a:extLst>
          </p:cNvPr>
          <p:cNvSpPr/>
          <p:nvPr userDrawn="1"/>
        </p:nvSpPr>
        <p:spPr>
          <a:xfrm rot="18045866">
            <a:off x="9134134" y="5546013"/>
            <a:ext cx="3240000" cy="1800000"/>
          </a:xfrm>
          <a:custGeom>
            <a:avLst/>
            <a:gdLst>
              <a:gd name="csX0" fmla="*/ 2 w 2643008"/>
              <a:gd name="csY0" fmla="*/ 52 h 1409507"/>
              <a:gd name="csX1" fmla="*/ 0 w 2643008"/>
              <a:gd name="csY1" fmla="*/ 26 h 1409507"/>
              <a:gd name="csX2" fmla="*/ 2 w 2643008"/>
              <a:gd name="csY2" fmla="*/ 0 h 1409507"/>
              <a:gd name="csX3" fmla="*/ 411980 w 2643008"/>
              <a:gd name="csY3" fmla="*/ 996680 h 1409507"/>
              <a:gd name="csX4" fmla="*/ 240223 w 2643008"/>
              <a:gd name="csY4" fmla="*/ 788080 h 1409507"/>
              <a:gd name="csX5" fmla="*/ 170166 w 2643008"/>
              <a:gd name="csY5" fmla="*/ 672526 h 1409507"/>
              <a:gd name="csX6" fmla="*/ 2643008 w 2643008"/>
              <a:gd name="csY6" fmla="*/ 672526 h 1409507"/>
              <a:gd name="csX7" fmla="*/ 2572951 w 2643008"/>
              <a:gd name="csY7" fmla="*/ 788080 h 1409507"/>
              <a:gd name="csX8" fmla="*/ 1406587 w 2643008"/>
              <a:gd name="csY8" fmla="*/ 1409507 h 1409507"/>
              <a:gd name="csX9" fmla="*/ 411980 w 2643008"/>
              <a:gd name="csY9" fmla="*/ 996680 h 14095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43008" h="1409507">
                <a:moveTo>
                  <a:pt x="2" y="52"/>
                </a:moveTo>
                <a:lnTo>
                  <a:pt x="0" y="26"/>
                </a:lnTo>
                <a:lnTo>
                  <a:pt x="2" y="0"/>
                </a:lnTo>
                <a:close/>
                <a:moveTo>
                  <a:pt x="411980" y="996680"/>
                </a:moveTo>
                <a:cubicBezTo>
                  <a:pt x="348344" y="932913"/>
                  <a:pt x="290778" y="863065"/>
                  <a:pt x="240223" y="788080"/>
                </a:cubicBezTo>
                <a:lnTo>
                  <a:pt x="170166" y="672526"/>
                </a:lnTo>
                <a:lnTo>
                  <a:pt x="2643008" y="672526"/>
                </a:lnTo>
                <a:lnTo>
                  <a:pt x="2572951" y="788080"/>
                </a:lnTo>
                <a:cubicBezTo>
                  <a:pt x="2320178" y="1163005"/>
                  <a:pt x="1892110" y="1409507"/>
                  <a:pt x="1406587" y="1409507"/>
                </a:cubicBezTo>
                <a:cubicBezTo>
                  <a:pt x="1018168" y="1409507"/>
                  <a:pt x="666522" y="1251746"/>
                  <a:pt x="411980" y="996680"/>
                </a:cubicBezTo>
                <a:close/>
              </a:path>
            </a:pathLst>
          </a:custGeom>
          <a:solidFill>
            <a:srgbClr val="00BFB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T" dirty="0"/>
          </a:p>
        </p:txBody>
      </p:sp>
      <p:sp>
        <p:nvSpPr>
          <p:cNvPr id="15" name="Freeform 14">
            <a:extLst>
              <a:ext uri="{FF2B5EF4-FFF2-40B4-BE49-F238E27FC236}">
                <a16:creationId xmlns:a16="http://schemas.microsoft.com/office/drawing/2014/main" id="{6980F5AE-4DFD-602C-243F-A756C225EB59}"/>
              </a:ext>
            </a:extLst>
          </p:cNvPr>
          <p:cNvSpPr/>
          <p:nvPr userDrawn="1"/>
        </p:nvSpPr>
        <p:spPr>
          <a:xfrm rot="5400000">
            <a:off x="1905960" y="-1382169"/>
            <a:ext cx="264089" cy="5708022"/>
          </a:xfrm>
          <a:custGeom>
            <a:avLst/>
            <a:gdLst>
              <a:gd name="csX0" fmla="*/ 172982 w 784694"/>
              <a:gd name="csY0" fmla="*/ 51151 h 3352353"/>
              <a:gd name="csX1" fmla="*/ 392347 w 784694"/>
              <a:gd name="csY1" fmla="*/ 0 h 3352353"/>
              <a:gd name="csX2" fmla="*/ 753861 w 784694"/>
              <a:gd name="csY2" fmla="*/ 182925 h 3352353"/>
              <a:gd name="csX3" fmla="*/ 774280 w 784694"/>
              <a:gd name="csY3" fmla="*/ 233137 h 3352353"/>
              <a:gd name="csX4" fmla="*/ 774416 w 784694"/>
              <a:gd name="csY4" fmla="*/ 233339 h 3352353"/>
              <a:gd name="csX5" fmla="*/ 774470 w 784694"/>
              <a:gd name="csY5" fmla="*/ 233604 h 3352353"/>
              <a:gd name="csX6" fmla="*/ 776723 w 784694"/>
              <a:gd name="csY6" fmla="*/ 239145 h 3352353"/>
              <a:gd name="csX7" fmla="*/ 778868 w 784694"/>
              <a:gd name="csY7" fmla="*/ 255392 h 3352353"/>
              <a:gd name="csX8" fmla="*/ 784694 w 784694"/>
              <a:gd name="csY8" fmla="*/ 284247 h 3352353"/>
              <a:gd name="csX9" fmla="*/ 784694 w 784694"/>
              <a:gd name="csY9" fmla="*/ 299506 h 3352353"/>
              <a:gd name="csX10" fmla="*/ 784694 w 784694"/>
              <a:gd name="csY10" fmla="*/ 299506 h 3352353"/>
              <a:gd name="csX11" fmla="*/ 784694 w 784694"/>
              <a:gd name="csY11" fmla="*/ 299507 h 3352353"/>
              <a:gd name="csX12" fmla="*/ 784694 w 784694"/>
              <a:gd name="csY12" fmla="*/ 3221568 h 3352353"/>
              <a:gd name="csX13" fmla="*/ 653909 w 784694"/>
              <a:gd name="csY13" fmla="*/ 3352353 h 3352353"/>
              <a:gd name="csX14" fmla="*/ 130785 w 784694"/>
              <a:gd name="csY14" fmla="*/ 3352353 h 3352353"/>
              <a:gd name="csX15" fmla="*/ 0 w 784694"/>
              <a:gd name="csY15" fmla="*/ 3221568 h 3352353"/>
              <a:gd name="csX16" fmla="*/ 0 w 784694"/>
              <a:gd name="csY16" fmla="*/ 284247 h 3352353"/>
              <a:gd name="csX17" fmla="*/ 5826 w 784694"/>
              <a:gd name="csY17" fmla="*/ 255390 h 3352353"/>
              <a:gd name="csX18" fmla="*/ 7971 w 784694"/>
              <a:gd name="csY18" fmla="*/ 239145 h 3352353"/>
              <a:gd name="csX19" fmla="*/ 10224 w 784694"/>
              <a:gd name="csY19" fmla="*/ 233605 h 3352353"/>
              <a:gd name="csX20" fmla="*/ 10278 w 784694"/>
              <a:gd name="csY20" fmla="*/ 233339 h 3352353"/>
              <a:gd name="csX21" fmla="*/ 10415 w 784694"/>
              <a:gd name="csY21" fmla="*/ 233136 h 3352353"/>
              <a:gd name="csX22" fmla="*/ 30833 w 784694"/>
              <a:gd name="csY22" fmla="*/ 182925 h 3352353"/>
              <a:gd name="csX23" fmla="*/ 172982 w 784694"/>
              <a:gd name="csY23" fmla="*/ 51151 h 33523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784694" h="3352353">
                <a:moveTo>
                  <a:pt x="172982" y="51151"/>
                </a:moveTo>
                <a:cubicBezTo>
                  <a:pt x="235601" y="18857"/>
                  <a:pt x="311089" y="0"/>
                  <a:pt x="392347" y="0"/>
                </a:cubicBezTo>
                <a:cubicBezTo>
                  <a:pt x="554862" y="0"/>
                  <a:pt x="694300" y="75428"/>
                  <a:pt x="753861" y="182925"/>
                </a:cubicBezTo>
                <a:lnTo>
                  <a:pt x="774280" y="233137"/>
                </a:lnTo>
                <a:lnTo>
                  <a:pt x="774416" y="233339"/>
                </a:lnTo>
                <a:lnTo>
                  <a:pt x="774470" y="233604"/>
                </a:lnTo>
                <a:lnTo>
                  <a:pt x="776723" y="239145"/>
                </a:lnTo>
                <a:lnTo>
                  <a:pt x="778868" y="255392"/>
                </a:lnTo>
                <a:lnTo>
                  <a:pt x="784694" y="284247"/>
                </a:lnTo>
                <a:lnTo>
                  <a:pt x="784694" y="299506"/>
                </a:lnTo>
                <a:lnTo>
                  <a:pt x="784694" y="299506"/>
                </a:lnTo>
                <a:lnTo>
                  <a:pt x="784694" y="299507"/>
                </a:lnTo>
                <a:lnTo>
                  <a:pt x="784694" y="3221568"/>
                </a:lnTo>
                <a:cubicBezTo>
                  <a:pt x="784694" y="3293799"/>
                  <a:pt x="726140" y="3352353"/>
                  <a:pt x="653909" y="3352353"/>
                </a:cubicBezTo>
                <a:lnTo>
                  <a:pt x="130785" y="3352353"/>
                </a:lnTo>
                <a:cubicBezTo>
                  <a:pt x="58554" y="3352353"/>
                  <a:pt x="0" y="3293799"/>
                  <a:pt x="0" y="3221568"/>
                </a:cubicBezTo>
                <a:lnTo>
                  <a:pt x="0" y="284247"/>
                </a:lnTo>
                <a:lnTo>
                  <a:pt x="5826" y="255390"/>
                </a:lnTo>
                <a:lnTo>
                  <a:pt x="7971" y="239145"/>
                </a:lnTo>
                <a:lnTo>
                  <a:pt x="10224" y="233605"/>
                </a:lnTo>
                <a:lnTo>
                  <a:pt x="10278" y="233339"/>
                </a:lnTo>
                <a:lnTo>
                  <a:pt x="10415" y="233136"/>
                </a:lnTo>
                <a:lnTo>
                  <a:pt x="30833" y="182925"/>
                </a:lnTo>
                <a:cubicBezTo>
                  <a:pt x="60614" y="129176"/>
                  <a:pt x="110363" y="83445"/>
                  <a:pt x="172982" y="51151"/>
                </a:cubicBezTo>
                <a:close/>
              </a:path>
            </a:pathLst>
          </a:custGeom>
          <a:solidFill>
            <a:srgbClr val="02A9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T"/>
          </a:p>
        </p:txBody>
      </p:sp>
      <p:pic>
        <p:nvPicPr>
          <p:cNvPr id="16" name="Picture 15" descr="A red and black logo&#10;&#10;AI-generated content may be incorrect.">
            <a:extLst>
              <a:ext uri="{FF2B5EF4-FFF2-40B4-BE49-F238E27FC236}">
                <a16:creationId xmlns:a16="http://schemas.microsoft.com/office/drawing/2014/main" id="{10C3C268-35F4-4AAF-BB09-4CB413310CB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09165" y="78607"/>
            <a:ext cx="1809563" cy="491672"/>
          </a:xfrm>
          <a:prstGeom prst="rect">
            <a:avLst/>
          </a:prstGeom>
        </p:spPr>
      </p:pic>
    </p:spTree>
    <p:extLst>
      <p:ext uri="{BB962C8B-B14F-4D97-AF65-F5344CB8AC3E}">
        <p14:creationId xmlns:p14="http://schemas.microsoft.com/office/powerpoint/2010/main" val="2205594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71954-C818-5E73-0EA0-41BD660D5FA6}"/>
              </a:ext>
            </a:extLst>
          </p:cNvPr>
          <p:cNvSpPr>
            <a:spLocks noGrp="1"/>
          </p:cNvSpPr>
          <p:nvPr>
            <p:ph type="title"/>
          </p:nvPr>
        </p:nvSpPr>
        <p:spPr/>
        <p:txBody>
          <a:bodyPr/>
          <a:lstStyle/>
          <a:p>
            <a:r>
              <a:rPr lang="en-GB"/>
              <a:t>Click to edit Master title style</a:t>
            </a:r>
            <a:endParaRPr lang="en-AT"/>
          </a:p>
        </p:txBody>
      </p:sp>
      <p:sp>
        <p:nvSpPr>
          <p:cNvPr id="3" name="Date Placeholder 2">
            <a:extLst>
              <a:ext uri="{FF2B5EF4-FFF2-40B4-BE49-F238E27FC236}">
                <a16:creationId xmlns:a16="http://schemas.microsoft.com/office/drawing/2014/main" id="{B6C0A4B0-CC47-BB0E-0DB5-D4C6DF845295}"/>
              </a:ext>
            </a:extLst>
          </p:cNvPr>
          <p:cNvSpPr>
            <a:spLocks noGrp="1"/>
          </p:cNvSpPr>
          <p:nvPr>
            <p:ph type="dt" sz="half" idx="10"/>
          </p:nvPr>
        </p:nvSpPr>
        <p:spPr/>
        <p:txBody>
          <a:bodyPr/>
          <a:lstStyle/>
          <a:p>
            <a:fld id="{A591BDEC-81C3-DB48-92B3-4E74693DD55D}" type="datetimeFigureOut">
              <a:rPr lang="en-AT" smtClean="0"/>
              <a:t>16.05.26</a:t>
            </a:fld>
            <a:endParaRPr lang="en-AT"/>
          </a:p>
        </p:txBody>
      </p:sp>
      <p:sp>
        <p:nvSpPr>
          <p:cNvPr id="4" name="Footer Placeholder 3">
            <a:extLst>
              <a:ext uri="{FF2B5EF4-FFF2-40B4-BE49-F238E27FC236}">
                <a16:creationId xmlns:a16="http://schemas.microsoft.com/office/drawing/2014/main" id="{6A50E736-777E-CA31-35D5-9AB5EE331E9B}"/>
              </a:ext>
            </a:extLst>
          </p:cNvPr>
          <p:cNvSpPr>
            <a:spLocks noGrp="1"/>
          </p:cNvSpPr>
          <p:nvPr>
            <p:ph type="ftr" sz="quarter" idx="11"/>
          </p:nvPr>
        </p:nvSpPr>
        <p:spPr/>
        <p:txBody>
          <a:bodyPr/>
          <a:lstStyle/>
          <a:p>
            <a:endParaRPr lang="en-AT"/>
          </a:p>
        </p:txBody>
      </p:sp>
      <p:sp>
        <p:nvSpPr>
          <p:cNvPr id="5" name="Slide Number Placeholder 4">
            <a:extLst>
              <a:ext uri="{FF2B5EF4-FFF2-40B4-BE49-F238E27FC236}">
                <a16:creationId xmlns:a16="http://schemas.microsoft.com/office/drawing/2014/main" id="{92ED5ECD-39A7-20DD-CC53-1B4817CB7856}"/>
              </a:ext>
            </a:extLst>
          </p:cNvPr>
          <p:cNvSpPr>
            <a:spLocks noGrp="1"/>
          </p:cNvSpPr>
          <p:nvPr>
            <p:ph type="sldNum" sz="quarter" idx="12"/>
          </p:nvPr>
        </p:nvSpPr>
        <p:spPr/>
        <p:txBody>
          <a:bodyPr/>
          <a:lstStyle/>
          <a:p>
            <a:fld id="{D8E3BB1E-CF9F-BA4C-AD08-6C35B534BA35}" type="slidenum">
              <a:rPr lang="en-AT" smtClean="0"/>
              <a:t>‹#›</a:t>
            </a:fld>
            <a:endParaRPr lang="en-AT"/>
          </a:p>
        </p:txBody>
      </p:sp>
      <p:sp>
        <p:nvSpPr>
          <p:cNvPr id="6" name="Freeform 5">
            <a:extLst>
              <a:ext uri="{FF2B5EF4-FFF2-40B4-BE49-F238E27FC236}">
                <a16:creationId xmlns:a16="http://schemas.microsoft.com/office/drawing/2014/main" id="{AB1BA926-4F3B-78FF-DE8E-EB15B6F10B14}"/>
              </a:ext>
            </a:extLst>
          </p:cNvPr>
          <p:cNvSpPr/>
          <p:nvPr userDrawn="1"/>
        </p:nvSpPr>
        <p:spPr>
          <a:xfrm rot="7336004">
            <a:off x="8106926" y="4772515"/>
            <a:ext cx="3241309" cy="1800000"/>
          </a:xfrm>
          <a:custGeom>
            <a:avLst/>
            <a:gdLst>
              <a:gd name="csX0" fmla="*/ 2 w 2643008"/>
              <a:gd name="csY0" fmla="*/ 52 h 1409507"/>
              <a:gd name="csX1" fmla="*/ 0 w 2643008"/>
              <a:gd name="csY1" fmla="*/ 26 h 1409507"/>
              <a:gd name="csX2" fmla="*/ 2 w 2643008"/>
              <a:gd name="csY2" fmla="*/ 0 h 1409507"/>
              <a:gd name="csX3" fmla="*/ 411980 w 2643008"/>
              <a:gd name="csY3" fmla="*/ 996680 h 1409507"/>
              <a:gd name="csX4" fmla="*/ 240223 w 2643008"/>
              <a:gd name="csY4" fmla="*/ 788080 h 1409507"/>
              <a:gd name="csX5" fmla="*/ 170166 w 2643008"/>
              <a:gd name="csY5" fmla="*/ 672526 h 1409507"/>
              <a:gd name="csX6" fmla="*/ 2643008 w 2643008"/>
              <a:gd name="csY6" fmla="*/ 672526 h 1409507"/>
              <a:gd name="csX7" fmla="*/ 2572951 w 2643008"/>
              <a:gd name="csY7" fmla="*/ 788080 h 1409507"/>
              <a:gd name="csX8" fmla="*/ 1406587 w 2643008"/>
              <a:gd name="csY8" fmla="*/ 1409507 h 1409507"/>
              <a:gd name="csX9" fmla="*/ 411980 w 2643008"/>
              <a:gd name="csY9" fmla="*/ 996680 h 14095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43008" h="1409507">
                <a:moveTo>
                  <a:pt x="2" y="52"/>
                </a:moveTo>
                <a:lnTo>
                  <a:pt x="0" y="26"/>
                </a:lnTo>
                <a:lnTo>
                  <a:pt x="2" y="0"/>
                </a:lnTo>
                <a:close/>
                <a:moveTo>
                  <a:pt x="411980" y="996680"/>
                </a:moveTo>
                <a:cubicBezTo>
                  <a:pt x="348344" y="932913"/>
                  <a:pt x="290778" y="863065"/>
                  <a:pt x="240223" y="788080"/>
                </a:cubicBezTo>
                <a:lnTo>
                  <a:pt x="170166" y="672526"/>
                </a:lnTo>
                <a:lnTo>
                  <a:pt x="2643008" y="672526"/>
                </a:lnTo>
                <a:lnTo>
                  <a:pt x="2572951" y="788080"/>
                </a:lnTo>
                <a:cubicBezTo>
                  <a:pt x="2320178" y="1163005"/>
                  <a:pt x="1892110" y="1409507"/>
                  <a:pt x="1406587" y="1409507"/>
                </a:cubicBezTo>
                <a:cubicBezTo>
                  <a:pt x="1018168" y="1409507"/>
                  <a:pt x="666522" y="1251746"/>
                  <a:pt x="411980" y="996680"/>
                </a:cubicBezTo>
                <a:close/>
              </a:path>
            </a:pathLst>
          </a:custGeom>
          <a:solidFill>
            <a:srgbClr val="FED2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T" dirty="0"/>
          </a:p>
        </p:txBody>
      </p:sp>
      <p:grpSp>
        <p:nvGrpSpPr>
          <p:cNvPr id="7" name="Group 6">
            <a:extLst>
              <a:ext uri="{FF2B5EF4-FFF2-40B4-BE49-F238E27FC236}">
                <a16:creationId xmlns:a16="http://schemas.microsoft.com/office/drawing/2014/main" id="{EFE3586C-7B28-9A07-48C9-E4F14E597575}"/>
              </a:ext>
            </a:extLst>
          </p:cNvPr>
          <p:cNvGrpSpPr/>
          <p:nvPr userDrawn="1"/>
        </p:nvGrpSpPr>
        <p:grpSpPr>
          <a:xfrm rot="1909600">
            <a:off x="9635798" y="4704644"/>
            <a:ext cx="784694" cy="3352353"/>
            <a:chOff x="7715794" y="2375855"/>
            <a:chExt cx="609600" cy="3458888"/>
          </a:xfrm>
        </p:grpSpPr>
        <p:sp>
          <p:nvSpPr>
            <p:cNvPr id="8" name="Rounded Rectangle 7">
              <a:extLst>
                <a:ext uri="{FF2B5EF4-FFF2-40B4-BE49-F238E27FC236}">
                  <a16:creationId xmlns:a16="http://schemas.microsoft.com/office/drawing/2014/main" id="{6A39B3FF-D9EC-CCC3-9011-F97FEBC489EC}"/>
                </a:ext>
              </a:extLst>
            </p:cNvPr>
            <p:cNvSpPr/>
            <p:nvPr/>
          </p:nvSpPr>
          <p:spPr>
            <a:xfrm>
              <a:off x="7715794" y="2534194"/>
              <a:ext cx="609600" cy="3300549"/>
            </a:xfrm>
            <a:prstGeom prst="roundRect">
              <a:avLst/>
            </a:prstGeom>
            <a:solidFill>
              <a:srgbClr val="02A9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9" name="Oval 8">
              <a:extLst>
                <a:ext uri="{FF2B5EF4-FFF2-40B4-BE49-F238E27FC236}">
                  <a16:creationId xmlns:a16="http://schemas.microsoft.com/office/drawing/2014/main" id="{CDAF5549-E861-F069-4318-4570DC06DDA1}"/>
                </a:ext>
              </a:extLst>
            </p:cNvPr>
            <p:cNvSpPr/>
            <p:nvPr/>
          </p:nvSpPr>
          <p:spPr>
            <a:xfrm>
              <a:off x="7715794" y="2375855"/>
              <a:ext cx="609600" cy="618048"/>
            </a:xfrm>
            <a:prstGeom prst="ellipse">
              <a:avLst/>
            </a:prstGeom>
            <a:solidFill>
              <a:srgbClr val="02A9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grpSp>
      <p:sp>
        <p:nvSpPr>
          <p:cNvPr id="10" name="Freeform 9">
            <a:extLst>
              <a:ext uri="{FF2B5EF4-FFF2-40B4-BE49-F238E27FC236}">
                <a16:creationId xmlns:a16="http://schemas.microsoft.com/office/drawing/2014/main" id="{19430686-6174-286D-E72B-DD5857B97093}"/>
              </a:ext>
            </a:extLst>
          </p:cNvPr>
          <p:cNvSpPr/>
          <p:nvPr userDrawn="1"/>
        </p:nvSpPr>
        <p:spPr>
          <a:xfrm rot="18045866">
            <a:off x="9134134" y="5546013"/>
            <a:ext cx="3240000" cy="1800000"/>
          </a:xfrm>
          <a:custGeom>
            <a:avLst/>
            <a:gdLst>
              <a:gd name="csX0" fmla="*/ 2 w 2643008"/>
              <a:gd name="csY0" fmla="*/ 52 h 1409507"/>
              <a:gd name="csX1" fmla="*/ 0 w 2643008"/>
              <a:gd name="csY1" fmla="*/ 26 h 1409507"/>
              <a:gd name="csX2" fmla="*/ 2 w 2643008"/>
              <a:gd name="csY2" fmla="*/ 0 h 1409507"/>
              <a:gd name="csX3" fmla="*/ 411980 w 2643008"/>
              <a:gd name="csY3" fmla="*/ 996680 h 1409507"/>
              <a:gd name="csX4" fmla="*/ 240223 w 2643008"/>
              <a:gd name="csY4" fmla="*/ 788080 h 1409507"/>
              <a:gd name="csX5" fmla="*/ 170166 w 2643008"/>
              <a:gd name="csY5" fmla="*/ 672526 h 1409507"/>
              <a:gd name="csX6" fmla="*/ 2643008 w 2643008"/>
              <a:gd name="csY6" fmla="*/ 672526 h 1409507"/>
              <a:gd name="csX7" fmla="*/ 2572951 w 2643008"/>
              <a:gd name="csY7" fmla="*/ 788080 h 1409507"/>
              <a:gd name="csX8" fmla="*/ 1406587 w 2643008"/>
              <a:gd name="csY8" fmla="*/ 1409507 h 1409507"/>
              <a:gd name="csX9" fmla="*/ 411980 w 2643008"/>
              <a:gd name="csY9" fmla="*/ 996680 h 14095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43008" h="1409507">
                <a:moveTo>
                  <a:pt x="2" y="52"/>
                </a:moveTo>
                <a:lnTo>
                  <a:pt x="0" y="26"/>
                </a:lnTo>
                <a:lnTo>
                  <a:pt x="2" y="0"/>
                </a:lnTo>
                <a:close/>
                <a:moveTo>
                  <a:pt x="411980" y="996680"/>
                </a:moveTo>
                <a:cubicBezTo>
                  <a:pt x="348344" y="932913"/>
                  <a:pt x="290778" y="863065"/>
                  <a:pt x="240223" y="788080"/>
                </a:cubicBezTo>
                <a:lnTo>
                  <a:pt x="170166" y="672526"/>
                </a:lnTo>
                <a:lnTo>
                  <a:pt x="2643008" y="672526"/>
                </a:lnTo>
                <a:lnTo>
                  <a:pt x="2572951" y="788080"/>
                </a:lnTo>
                <a:cubicBezTo>
                  <a:pt x="2320178" y="1163005"/>
                  <a:pt x="1892110" y="1409507"/>
                  <a:pt x="1406587" y="1409507"/>
                </a:cubicBezTo>
                <a:cubicBezTo>
                  <a:pt x="1018168" y="1409507"/>
                  <a:pt x="666522" y="1251746"/>
                  <a:pt x="411980" y="996680"/>
                </a:cubicBezTo>
                <a:close/>
              </a:path>
            </a:pathLst>
          </a:custGeom>
          <a:solidFill>
            <a:srgbClr val="00BFB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T" dirty="0"/>
          </a:p>
        </p:txBody>
      </p:sp>
      <p:sp>
        <p:nvSpPr>
          <p:cNvPr id="11" name="Freeform 10">
            <a:extLst>
              <a:ext uri="{FF2B5EF4-FFF2-40B4-BE49-F238E27FC236}">
                <a16:creationId xmlns:a16="http://schemas.microsoft.com/office/drawing/2014/main" id="{54A39A69-0D36-A804-A37B-53D8EE142AC5}"/>
              </a:ext>
            </a:extLst>
          </p:cNvPr>
          <p:cNvSpPr/>
          <p:nvPr userDrawn="1"/>
        </p:nvSpPr>
        <p:spPr>
          <a:xfrm rot="5400000">
            <a:off x="1905960" y="-1382169"/>
            <a:ext cx="264089" cy="5708022"/>
          </a:xfrm>
          <a:custGeom>
            <a:avLst/>
            <a:gdLst>
              <a:gd name="csX0" fmla="*/ 172982 w 784694"/>
              <a:gd name="csY0" fmla="*/ 51151 h 3352353"/>
              <a:gd name="csX1" fmla="*/ 392347 w 784694"/>
              <a:gd name="csY1" fmla="*/ 0 h 3352353"/>
              <a:gd name="csX2" fmla="*/ 753861 w 784694"/>
              <a:gd name="csY2" fmla="*/ 182925 h 3352353"/>
              <a:gd name="csX3" fmla="*/ 774280 w 784694"/>
              <a:gd name="csY3" fmla="*/ 233137 h 3352353"/>
              <a:gd name="csX4" fmla="*/ 774416 w 784694"/>
              <a:gd name="csY4" fmla="*/ 233339 h 3352353"/>
              <a:gd name="csX5" fmla="*/ 774470 w 784694"/>
              <a:gd name="csY5" fmla="*/ 233604 h 3352353"/>
              <a:gd name="csX6" fmla="*/ 776723 w 784694"/>
              <a:gd name="csY6" fmla="*/ 239145 h 3352353"/>
              <a:gd name="csX7" fmla="*/ 778868 w 784694"/>
              <a:gd name="csY7" fmla="*/ 255392 h 3352353"/>
              <a:gd name="csX8" fmla="*/ 784694 w 784694"/>
              <a:gd name="csY8" fmla="*/ 284247 h 3352353"/>
              <a:gd name="csX9" fmla="*/ 784694 w 784694"/>
              <a:gd name="csY9" fmla="*/ 299506 h 3352353"/>
              <a:gd name="csX10" fmla="*/ 784694 w 784694"/>
              <a:gd name="csY10" fmla="*/ 299506 h 3352353"/>
              <a:gd name="csX11" fmla="*/ 784694 w 784694"/>
              <a:gd name="csY11" fmla="*/ 299507 h 3352353"/>
              <a:gd name="csX12" fmla="*/ 784694 w 784694"/>
              <a:gd name="csY12" fmla="*/ 3221568 h 3352353"/>
              <a:gd name="csX13" fmla="*/ 653909 w 784694"/>
              <a:gd name="csY13" fmla="*/ 3352353 h 3352353"/>
              <a:gd name="csX14" fmla="*/ 130785 w 784694"/>
              <a:gd name="csY14" fmla="*/ 3352353 h 3352353"/>
              <a:gd name="csX15" fmla="*/ 0 w 784694"/>
              <a:gd name="csY15" fmla="*/ 3221568 h 3352353"/>
              <a:gd name="csX16" fmla="*/ 0 w 784694"/>
              <a:gd name="csY16" fmla="*/ 284247 h 3352353"/>
              <a:gd name="csX17" fmla="*/ 5826 w 784694"/>
              <a:gd name="csY17" fmla="*/ 255390 h 3352353"/>
              <a:gd name="csX18" fmla="*/ 7971 w 784694"/>
              <a:gd name="csY18" fmla="*/ 239145 h 3352353"/>
              <a:gd name="csX19" fmla="*/ 10224 w 784694"/>
              <a:gd name="csY19" fmla="*/ 233605 h 3352353"/>
              <a:gd name="csX20" fmla="*/ 10278 w 784694"/>
              <a:gd name="csY20" fmla="*/ 233339 h 3352353"/>
              <a:gd name="csX21" fmla="*/ 10415 w 784694"/>
              <a:gd name="csY21" fmla="*/ 233136 h 3352353"/>
              <a:gd name="csX22" fmla="*/ 30833 w 784694"/>
              <a:gd name="csY22" fmla="*/ 182925 h 3352353"/>
              <a:gd name="csX23" fmla="*/ 172982 w 784694"/>
              <a:gd name="csY23" fmla="*/ 51151 h 33523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784694" h="3352353">
                <a:moveTo>
                  <a:pt x="172982" y="51151"/>
                </a:moveTo>
                <a:cubicBezTo>
                  <a:pt x="235601" y="18857"/>
                  <a:pt x="311089" y="0"/>
                  <a:pt x="392347" y="0"/>
                </a:cubicBezTo>
                <a:cubicBezTo>
                  <a:pt x="554862" y="0"/>
                  <a:pt x="694300" y="75428"/>
                  <a:pt x="753861" y="182925"/>
                </a:cubicBezTo>
                <a:lnTo>
                  <a:pt x="774280" y="233137"/>
                </a:lnTo>
                <a:lnTo>
                  <a:pt x="774416" y="233339"/>
                </a:lnTo>
                <a:lnTo>
                  <a:pt x="774470" y="233604"/>
                </a:lnTo>
                <a:lnTo>
                  <a:pt x="776723" y="239145"/>
                </a:lnTo>
                <a:lnTo>
                  <a:pt x="778868" y="255392"/>
                </a:lnTo>
                <a:lnTo>
                  <a:pt x="784694" y="284247"/>
                </a:lnTo>
                <a:lnTo>
                  <a:pt x="784694" y="299506"/>
                </a:lnTo>
                <a:lnTo>
                  <a:pt x="784694" y="299506"/>
                </a:lnTo>
                <a:lnTo>
                  <a:pt x="784694" y="299507"/>
                </a:lnTo>
                <a:lnTo>
                  <a:pt x="784694" y="3221568"/>
                </a:lnTo>
                <a:cubicBezTo>
                  <a:pt x="784694" y="3293799"/>
                  <a:pt x="726140" y="3352353"/>
                  <a:pt x="653909" y="3352353"/>
                </a:cubicBezTo>
                <a:lnTo>
                  <a:pt x="130785" y="3352353"/>
                </a:lnTo>
                <a:cubicBezTo>
                  <a:pt x="58554" y="3352353"/>
                  <a:pt x="0" y="3293799"/>
                  <a:pt x="0" y="3221568"/>
                </a:cubicBezTo>
                <a:lnTo>
                  <a:pt x="0" y="284247"/>
                </a:lnTo>
                <a:lnTo>
                  <a:pt x="5826" y="255390"/>
                </a:lnTo>
                <a:lnTo>
                  <a:pt x="7971" y="239145"/>
                </a:lnTo>
                <a:lnTo>
                  <a:pt x="10224" y="233605"/>
                </a:lnTo>
                <a:lnTo>
                  <a:pt x="10278" y="233339"/>
                </a:lnTo>
                <a:lnTo>
                  <a:pt x="10415" y="233136"/>
                </a:lnTo>
                <a:lnTo>
                  <a:pt x="30833" y="182925"/>
                </a:lnTo>
                <a:cubicBezTo>
                  <a:pt x="60614" y="129176"/>
                  <a:pt x="110363" y="83445"/>
                  <a:pt x="172982" y="51151"/>
                </a:cubicBezTo>
                <a:close/>
              </a:path>
            </a:pathLst>
          </a:custGeom>
          <a:solidFill>
            <a:srgbClr val="02A9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T"/>
          </a:p>
        </p:txBody>
      </p:sp>
      <p:pic>
        <p:nvPicPr>
          <p:cNvPr id="12" name="Picture 11" descr="A red and black logo&#10;&#10;AI-generated content may be incorrect.">
            <a:extLst>
              <a:ext uri="{FF2B5EF4-FFF2-40B4-BE49-F238E27FC236}">
                <a16:creationId xmlns:a16="http://schemas.microsoft.com/office/drawing/2014/main" id="{C2A42AE0-D346-BB3D-901D-14F09F423C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09165" y="78607"/>
            <a:ext cx="1809563" cy="491672"/>
          </a:xfrm>
          <a:prstGeom prst="rect">
            <a:avLst/>
          </a:prstGeom>
        </p:spPr>
      </p:pic>
    </p:spTree>
    <p:extLst>
      <p:ext uri="{BB962C8B-B14F-4D97-AF65-F5344CB8AC3E}">
        <p14:creationId xmlns:p14="http://schemas.microsoft.com/office/powerpoint/2010/main" val="3368143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4B5CC0-5E35-C6F7-5691-EFBD2267A3A1}"/>
              </a:ext>
            </a:extLst>
          </p:cNvPr>
          <p:cNvSpPr>
            <a:spLocks noGrp="1"/>
          </p:cNvSpPr>
          <p:nvPr>
            <p:ph type="dt" sz="half" idx="10"/>
          </p:nvPr>
        </p:nvSpPr>
        <p:spPr/>
        <p:txBody>
          <a:bodyPr/>
          <a:lstStyle/>
          <a:p>
            <a:fld id="{A591BDEC-81C3-DB48-92B3-4E74693DD55D}" type="datetimeFigureOut">
              <a:rPr lang="en-AT" smtClean="0"/>
              <a:t>16.05.26</a:t>
            </a:fld>
            <a:endParaRPr lang="en-AT"/>
          </a:p>
        </p:txBody>
      </p:sp>
      <p:sp>
        <p:nvSpPr>
          <p:cNvPr id="3" name="Footer Placeholder 2">
            <a:extLst>
              <a:ext uri="{FF2B5EF4-FFF2-40B4-BE49-F238E27FC236}">
                <a16:creationId xmlns:a16="http://schemas.microsoft.com/office/drawing/2014/main" id="{1414387E-EF95-E26B-8131-54A0ADE396A3}"/>
              </a:ext>
            </a:extLst>
          </p:cNvPr>
          <p:cNvSpPr>
            <a:spLocks noGrp="1"/>
          </p:cNvSpPr>
          <p:nvPr>
            <p:ph type="ftr" sz="quarter" idx="11"/>
          </p:nvPr>
        </p:nvSpPr>
        <p:spPr/>
        <p:txBody>
          <a:bodyPr/>
          <a:lstStyle/>
          <a:p>
            <a:endParaRPr lang="en-AT"/>
          </a:p>
        </p:txBody>
      </p:sp>
      <p:sp>
        <p:nvSpPr>
          <p:cNvPr id="4" name="Slide Number Placeholder 3">
            <a:extLst>
              <a:ext uri="{FF2B5EF4-FFF2-40B4-BE49-F238E27FC236}">
                <a16:creationId xmlns:a16="http://schemas.microsoft.com/office/drawing/2014/main" id="{41CC9B22-8FB2-1C2A-EA71-1C1752FEA1D2}"/>
              </a:ext>
            </a:extLst>
          </p:cNvPr>
          <p:cNvSpPr>
            <a:spLocks noGrp="1"/>
          </p:cNvSpPr>
          <p:nvPr>
            <p:ph type="sldNum" sz="quarter" idx="12"/>
          </p:nvPr>
        </p:nvSpPr>
        <p:spPr/>
        <p:txBody>
          <a:bodyPr/>
          <a:lstStyle/>
          <a:p>
            <a:fld id="{D8E3BB1E-CF9F-BA4C-AD08-6C35B534BA35}" type="slidenum">
              <a:rPr lang="en-AT" smtClean="0"/>
              <a:t>‹#›</a:t>
            </a:fld>
            <a:endParaRPr lang="en-AT"/>
          </a:p>
        </p:txBody>
      </p:sp>
      <p:sp>
        <p:nvSpPr>
          <p:cNvPr id="5" name="Freeform 4">
            <a:extLst>
              <a:ext uri="{FF2B5EF4-FFF2-40B4-BE49-F238E27FC236}">
                <a16:creationId xmlns:a16="http://schemas.microsoft.com/office/drawing/2014/main" id="{5CF2B57E-D22E-0ACD-B3A3-73397166D4B8}"/>
              </a:ext>
            </a:extLst>
          </p:cNvPr>
          <p:cNvSpPr/>
          <p:nvPr userDrawn="1"/>
        </p:nvSpPr>
        <p:spPr>
          <a:xfrm rot="7336004">
            <a:off x="8106926" y="4772515"/>
            <a:ext cx="3241309" cy="1800000"/>
          </a:xfrm>
          <a:custGeom>
            <a:avLst/>
            <a:gdLst>
              <a:gd name="csX0" fmla="*/ 2 w 2643008"/>
              <a:gd name="csY0" fmla="*/ 52 h 1409507"/>
              <a:gd name="csX1" fmla="*/ 0 w 2643008"/>
              <a:gd name="csY1" fmla="*/ 26 h 1409507"/>
              <a:gd name="csX2" fmla="*/ 2 w 2643008"/>
              <a:gd name="csY2" fmla="*/ 0 h 1409507"/>
              <a:gd name="csX3" fmla="*/ 411980 w 2643008"/>
              <a:gd name="csY3" fmla="*/ 996680 h 1409507"/>
              <a:gd name="csX4" fmla="*/ 240223 w 2643008"/>
              <a:gd name="csY4" fmla="*/ 788080 h 1409507"/>
              <a:gd name="csX5" fmla="*/ 170166 w 2643008"/>
              <a:gd name="csY5" fmla="*/ 672526 h 1409507"/>
              <a:gd name="csX6" fmla="*/ 2643008 w 2643008"/>
              <a:gd name="csY6" fmla="*/ 672526 h 1409507"/>
              <a:gd name="csX7" fmla="*/ 2572951 w 2643008"/>
              <a:gd name="csY7" fmla="*/ 788080 h 1409507"/>
              <a:gd name="csX8" fmla="*/ 1406587 w 2643008"/>
              <a:gd name="csY8" fmla="*/ 1409507 h 1409507"/>
              <a:gd name="csX9" fmla="*/ 411980 w 2643008"/>
              <a:gd name="csY9" fmla="*/ 996680 h 14095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43008" h="1409507">
                <a:moveTo>
                  <a:pt x="2" y="52"/>
                </a:moveTo>
                <a:lnTo>
                  <a:pt x="0" y="26"/>
                </a:lnTo>
                <a:lnTo>
                  <a:pt x="2" y="0"/>
                </a:lnTo>
                <a:close/>
                <a:moveTo>
                  <a:pt x="411980" y="996680"/>
                </a:moveTo>
                <a:cubicBezTo>
                  <a:pt x="348344" y="932913"/>
                  <a:pt x="290778" y="863065"/>
                  <a:pt x="240223" y="788080"/>
                </a:cubicBezTo>
                <a:lnTo>
                  <a:pt x="170166" y="672526"/>
                </a:lnTo>
                <a:lnTo>
                  <a:pt x="2643008" y="672526"/>
                </a:lnTo>
                <a:lnTo>
                  <a:pt x="2572951" y="788080"/>
                </a:lnTo>
                <a:cubicBezTo>
                  <a:pt x="2320178" y="1163005"/>
                  <a:pt x="1892110" y="1409507"/>
                  <a:pt x="1406587" y="1409507"/>
                </a:cubicBezTo>
                <a:cubicBezTo>
                  <a:pt x="1018168" y="1409507"/>
                  <a:pt x="666522" y="1251746"/>
                  <a:pt x="411980" y="996680"/>
                </a:cubicBezTo>
                <a:close/>
              </a:path>
            </a:pathLst>
          </a:custGeom>
          <a:solidFill>
            <a:srgbClr val="FED2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T" dirty="0"/>
          </a:p>
        </p:txBody>
      </p:sp>
      <p:grpSp>
        <p:nvGrpSpPr>
          <p:cNvPr id="6" name="Group 5">
            <a:extLst>
              <a:ext uri="{FF2B5EF4-FFF2-40B4-BE49-F238E27FC236}">
                <a16:creationId xmlns:a16="http://schemas.microsoft.com/office/drawing/2014/main" id="{4D03FCB0-ED19-9547-031E-FE66528B2583}"/>
              </a:ext>
            </a:extLst>
          </p:cNvPr>
          <p:cNvGrpSpPr/>
          <p:nvPr userDrawn="1"/>
        </p:nvGrpSpPr>
        <p:grpSpPr>
          <a:xfrm rot="1909600">
            <a:off x="9635798" y="4704644"/>
            <a:ext cx="784694" cy="3352353"/>
            <a:chOff x="7715794" y="2375855"/>
            <a:chExt cx="609600" cy="3458888"/>
          </a:xfrm>
        </p:grpSpPr>
        <p:sp>
          <p:nvSpPr>
            <p:cNvPr id="7" name="Rounded Rectangle 6">
              <a:extLst>
                <a:ext uri="{FF2B5EF4-FFF2-40B4-BE49-F238E27FC236}">
                  <a16:creationId xmlns:a16="http://schemas.microsoft.com/office/drawing/2014/main" id="{1E574726-1DAB-2B05-3D8A-53A5B5880018}"/>
                </a:ext>
              </a:extLst>
            </p:cNvPr>
            <p:cNvSpPr/>
            <p:nvPr/>
          </p:nvSpPr>
          <p:spPr>
            <a:xfrm>
              <a:off x="7715794" y="2534194"/>
              <a:ext cx="609600" cy="3300549"/>
            </a:xfrm>
            <a:prstGeom prst="roundRect">
              <a:avLst/>
            </a:prstGeom>
            <a:solidFill>
              <a:srgbClr val="02A9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8" name="Oval 7">
              <a:extLst>
                <a:ext uri="{FF2B5EF4-FFF2-40B4-BE49-F238E27FC236}">
                  <a16:creationId xmlns:a16="http://schemas.microsoft.com/office/drawing/2014/main" id="{F1AB4D40-84D7-388A-11FE-763A70127DEC}"/>
                </a:ext>
              </a:extLst>
            </p:cNvPr>
            <p:cNvSpPr/>
            <p:nvPr/>
          </p:nvSpPr>
          <p:spPr>
            <a:xfrm>
              <a:off x="7715794" y="2375855"/>
              <a:ext cx="609600" cy="618048"/>
            </a:xfrm>
            <a:prstGeom prst="ellipse">
              <a:avLst/>
            </a:prstGeom>
            <a:solidFill>
              <a:srgbClr val="02A9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grpSp>
      <p:sp>
        <p:nvSpPr>
          <p:cNvPr id="9" name="Freeform 8">
            <a:extLst>
              <a:ext uri="{FF2B5EF4-FFF2-40B4-BE49-F238E27FC236}">
                <a16:creationId xmlns:a16="http://schemas.microsoft.com/office/drawing/2014/main" id="{89DADE3B-3245-F679-B2C7-24F58E356634}"/>
              </a:ext>
            </a:extLst>
          </p:cNvPr>
          <p:cNvSpPr/>
          <p:nvPr userDrawn="1"/>
        </p:nvSpPr>
        <p:spPr>
          <a:xfrm rot="18045866">
            <a:off x="9134134" y="5546013"/>
            <a:ext cx="3240000" cy="1800000"/>
          </a:xfrm>
          <a:custGeom>
            <a:avLst/>
            <a:gdLst>
              <a:gd name="csX0" fmla="*/ 2 w 2643008"/>
              <a:gd name="csY0" fmla="*/ 52 h 1409507"/>
              <a:gd name="csX1" fmla="*/ 0 w 2643008"/>
              <a:gd name="csY1" fmla="*/ 26 h 1409507"/>
              <a:gd name="csX2" fmla="*/ 2 w 2643008"/>
              <a:gd name="csY2" fmla="*/ 0 h 1409507"/>
              <a:gd name="csX3" fmla="*/ 411980 w 2643008"/>
              <a:gd name="csY3" fmla="*/ 996680 h 1409507"/>
              <a:gd name="csX4" fmla="*/ 240223 w 2643008"/>
              <a:gd name="csY4" fmla="*/ 788080 h 1409507"/>
              <a:gd name="csX5" fmla="*/ 170166 w 2643008"/>
              <a:gd name="csY5" fmla="*/ 672526 h 1409507"/>
              <a:gd name="csX6" fmla="*/ 2643008 w 2643008"/>
              <a:gd name="csY6" fmla="*/ 672526 h 1409507"/>
              <a:gd name="csX7" fmla="*/ 2572951 w 2643008"/>
              <a:gd name="csY7" fmla="*/ 788080 h 1409507"/>
              <a:gd name="csX8" fmla="*/ 1406587 w 2643008"/>
              <a:gd name="csY8" fmla="*/ 1409507 h 1409507"/>
              <a:gd name="csX9" fmla="*/ 411980 w 2643008"/>
              <a:gd name="csY9" fmla="*/ 996680 h 14095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43008" h="1409507">
                <a:moveTo>
                  <a:pt x="2" y="52"/>
                </a:moveTo>
                <a:lnTo>
                  <a:pt x="0" y="26"/>
                </a:lnTo>
                <a:lnTo>
                  <a:pt x="2" y="0"/>
                </a:lnTo>
                <a:close/>
                <a:moveTo>
                  <a:pt x="411980" y="996680"/>
                </a:moveTo>
                <a:cubicBezTo>
                  <a:pt x="348344" y="932913"/>
                  <a:pt x="290778" y="863065"/>
                  <a:pt x="240223" y="788080"/>
                </a:cubicBezTo>
                <a:lnTo>
                  <a:pt x="170166" y="672526"/>
                </a:lnTo>
                <a:lnTo>
                  <a:pt x="2643008" y="672526"/>
                </a:lnTo>
                <a:lnTo>
                  <a:pt x="2572951" y="788080"/>
                </a:lnTo>
                <a:cubicBezTo>
                  <a:pt x="2320178" y="1163005"/>
                  <a:pt x="1892110" y="1409507"/>
                  <a:pt x="1406587" y="1409507"/>
                </a:cubicBezTo>
                <a:cubicBezTo>
                  <a:pt x="1018168" y="1409507"/>
                  <a:pt x="666522" y="1251746"/>
                  <a:pt x="411980" y="996680"/>
                </a:cubicBezTo>
                <a:close/>
              </a:path>
            </a:pathLst>
          </a:custGeom>
          <a:solidFill>
            <a:srgbClr val="00BFB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T" dirty="0"/>
          </a:p>
        </p:txBody>
      </p:sp>
      <p:sp>
        <p:nvSpPr>
          <p:cNvPr id="10" name="Freeform 9">
            <a:extLst>
              <a:ext uri="{FF2B5EF4-FFF2-40B4-BE49-F238E27FC236}">
                <a16:creationId xmlns:a16="http://schemas.microsoft.com/office/drawing/2014/main" id="{29026AC4-B436-F850-5A7F-52F1154DDE39}"/>
              </a:ext>
            </a:extLst>
          </p:cNvPr>
          <p:cNvSpPr/>
          <p:nvPr userDrawn="1"/>
        </p:nvSpPr>
        <p:spPr>
          <a:xfrm rot="5400000">
            <a:off x="1905960" y="-1382169"/>
            <a:ext cx="264089" cy="5708022"/>
          </a:xfrm>
          <a:custGeom>
            <a:avLst/>
            <a:gdLst>
              <a:gd name="csX0" fmla="*/ 172982 w 784694"/>
              <a:gd name="csY0" fmla="*/ 51151 h 3352353"/>
              <a:gd name="csX1" fmla="*/ 392347 w 784694"/>
              <a:gd name="csY1" fmla="*/ 0 h 3352353"/>
              <a:gd name="csX2" fmla="*/ 753861 w 784694"/>
              <a:gd name="csY2" fmla="*/ 182925 h 3352353"/>
              <a:gd name="csX3" fmla="*/ 774280 w 784694"/>
              <a:gd name="csY3" fmla="*/ 233137 h 3352353"/>
              <a:gd name="csX4" fmla="*/ 774416 w 784694"/>
              <a:gd name="csY4" fmla="*/ 233339 h 3352353"/>
              <a:gd name="csX5" fmla="*/ 774470 w 784694"/>
              <a:gd name="csY5" fmla="*/ 233604 h 3352353"/>
              <a:gd name="csX6" fmla="*/ 776723 w 784694"/>
              <a:gd name="csY6" fmla="*/ 239145 h 3352353"/>
              <a:gd name="csX7" fmla="*/ 778868 w 784694"/>
              <a:gd name="csY7" fmla="*/ 255392 h 3352353"/>
              <a:gd name="csX8" fmla="*/ 784694 w 784694"/>
              <a:gd name="csY8" fmla="*/ 284247 h 3352353"/>
              <a:gd name="csX9" fmla="*/ 784694 w 784694"/>
              <a:gd name="csY9" fmla="*/ 299506 h 3352353"/>
              <a:gd name="csX10" fmla="*/ 784694 w 784694"/>
              <a:gd name="csY10" fmla="*/ 299506 h 3352353"/>
              <a:gd name="csX11" fmla="*/ 784694 w 784694"/>
              <a:gd name="csY11" fmla="*/ 299507 h 3352353"/>
              <a:gd name="csX12" fmla="*/ 784694 w 784694"/>
              <a:gd name="csY12" fmla="*/ 3221568 h 3352353"/>
              <a:gd name="csX13" fmla="*/ 653909 w 784694"/>
              <a:gd name="csY13" fmla="*/ 3352353 h 3352353"/>
              <a:gd name="csX14" fmla="*/ 130785 w 784694"/>
              <a:gd name="csY14" fmla="*/ 3352353 h 3352353"/>
              <a:gd name="csX15" fmla="*/ 0 w 784694"/>
              <a:gd name="csY15" fmla="*/ 3221568 h 3352353"/>
              <a:gd name="csX16" fmla="*/ 0 w 784694"/>
              <a:gd name="csY16" fmla="*/ 284247 h 3352353"/>
              <a:gd name="csX17" fmla="*/ 5826 w 784694"/>
              <a:gd name="csY17" fmla="*/ 255390 h 3352353"/>
              <a:gd name="csX18" fmla="*/ 7971 w 784694"/>
              <a:gd name="csY18" fmla="*/ 239145 h 3352353"/>
              <a:gd name="csX19" fmla="*/ 10224 w 784694"/>
              <a:gd name="csY19" fmla="*/ 233605 h 3352353"/>
              <a:gd name="csX20" fmla="*/ 10278 w 784694"/>
              <a:gd name="csY20" fmla="*/ 233339 h 3352353"/>
              <a:gd name="csX21" fmla="*/ 10415 w 784694"/>
              <a:gd name="csY21" fmla="*/ 233136 h 3352353"/>
              <a:gd name="csX22" fmla="*/ 30833 w 784694"/>
              <a:gd name="csY22" fmla="*/ 182925 h 3352353"/>
              <a:gd name="csX23" fmla="*/ 172982 w 784694"/>
              <a:gd name="csY23" fmla="*/ 51151 h 33523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784694" h="3352353">
                <a:moveTo>
                  <a:pt x="172982" y="51151"/>
                </a:moveTo>
                <a:cubicBezTo>
                  <a:pt x="235601" y="18857"/>
                  <a:pt x="311089" y="0"/>
                  <a:pt x="392347" y="0"/>
                </a:cubicBezTo>
                <a:cubicBezTo>
                  <a:pt x="554862" y="0"/>
                  <a:pt x="694300" y="75428"/>
                  <a:pt x="753861" y="182925"/>
                </a:cubicBezTo>
                <a:lnTo>
                  <a:pt x="774280" y="233137"/>
                </a:lnTo>
                <a:lnTo>
                  <a:pt x="774416" y="233339"/>
                </a:lnTo>
                <a:lnTo>
                  <a:pt x="774470" y="233604"/>
                </a:lnTo>
                <a:lnTo>
                  <a:pt x="776723" y="239145"/>
                </a:lnTo>
                <a:lnTo>
                  <a:pt x="778868" y="255392"/>
                </a:lnTo>
                <a:lnTo>
                  <a:pt x="784694" y="284247"/>
                </a:lnTo>
                <a:lnTo>
                  <a:pt x="784694" y="299506"/>
                </a:lnTo>
                <a:lnTo>
                  <a:pt x="784694" y="299506"/>
                </a:lnTo>
                <a:lnTo>
                  <a:pt x="784694" y="299507"/>
                </a:lnTo>
                <a:lnTo>
                  <a:pt x="784694" y="3221568"/>
                </a:lnTo>
                <a:cubicBezTo>
                  <a:pt x="784694" y="3293799"/>
                  <a:pt x="726140" y="3352353"/>
                  <a:pt x="653909" y="3352353"/>
                </a:cubicBezTo>
                <a:lnTo>
                  <a:pt x="130785" y="3352353"/>
                </a:lnTo>
                <a:cubicBezTo>
                  <a:pt x="58554" y="3352353"/>
                  <a:pt x="0" y="3293799"/>
                  <a:pt x="0" y="3221568"/>
                </a:cubicBezTo>
                <a:lnTo>
                  <a:pt x="0" y="284247"/>
                </a:lnTo>
                <a:lnTo>
                  <a:pt x="5826" y="255390"/>
                </a:lnTo>
                <a:lnTo>
                  <a:pt x="7971" y="239145"/>
                </a:lnTo>
                <a:lnTo>
                  <a:pt x="10224" y="233605"/>
                </a:lnTo>
                <a:lnTo>
                  <a:pt x="10278" y="233339"/>
                </a:lnTo>
                <a:lnTo>
                  <a:pt x="10415" y="233136"/>
                </a:lnTo>
                <a:lnTo>
                  <a:pt x="30833" y="182925"/>
                </a:lnTo>
                <a:cubicBezTo>
                  <a:pt x="60614" y="129176"/>
                  <a:pt x="110363" y="83445"/>
                  <a:pt x="172982" y="51151"/>
                </a:cubicBezTo>
                <a:close/>
              </a:path>
            </a:pathLst>
          </a:custGeom>
          <a:solidFill>
            <a:srgbClr val="02A9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T"/>
          </a:p>
        </p:txBody>
      </p:sp>
      <p:pic>
        <p:nvPicPr>
          <p:cNvPr id="11" name="Picture 10" descr="A red and black logo&#10;&#10;AI-generated content may be incorrect.">
            <a:extLst>
              <a:ext uri="{FF2B5EF4-FFF2-40B4-BE49-F238E27FC236}">
                <a16:creationId xmlns:a16="http://schemas.microsoft.com/office/drawing/2014/main" id="{ADE78222-8938-D096-879E-1D15017B109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09165" y="78607"/>
            <a:ext cx="1809563" cy="491672"/>
          </a:xfrm>
          <a:prstGeom prst="rect">
            <a:avLst/>
          </a:prstGeom>
        </p:spPr>
      </p:pic>
    </p:spTree>
    <p:extLst>
      <p:ext uri="{BB962C8B-B14F-4D97-AF65-F5344CB8AC3E}">
        <p14:creationId xmlns:p14="http://schemas.microsoft.com/office/powerpoint/2010/main" val="2675480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CA7C6-B660-BF73-D23F-9CAF9748F8D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T"/>
          </a:p>
        </p:txBody>
      </p:sp>
      <p:sp>
        <p:nvSpPr>
          <p:cNvPr id="3" name="Content Placeholder 2">
            <a:extLst>
              <a:ext uri="{FF2B5EF4-FFF2-40B4-BE49-F238E27FC236}">
                <a16:creationId xmlns:a16="http://schemas.microsoft.com/office/drawing/2014/main" id="{6F595DF6-4011-1849-6403-419BB8D58A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T"/>
          </a:p>
        </p:txBody>
      </p:sp>
      <p:sp>
        <p:nvSpPr>
          <p:cNvPr id="4" name="Text Placeholder 3">
            <a:extLst>
              <a:ext uri="{FF2B5EF4-FFF2-40B4-BE49-F238E27FC236}">
                <a16:creationId xmlns:a16="http://schemas.microsoft.com/office/drawing/2014/main" id="{7719016F-A889-BF5F-9FC2-20C46B29D6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8F6B400-9CFB-565D-0C00-005EF485790E}"/>
              </a:ext>
            </a:extLst>
          </p:cNvPr>
          <p:cNvSpPr>
            <a:spLocks noGrp="1"/>
          </p:cNvSpPr>
          <p:nvPr>
            <p:ph type="dt" sz="half" idx="10"/>
          </p:nvPr>
        </p:nvSpPr>
        <p:spPr/>
        <p:txBody>
          <a:bodyPr/>
          <a:lstStyle/>
          <a:p>
            <a:fld id="{A591BDEC-81C3-DB48-92B3-4E74693DD55D}" type="datetimeFigureOut">
              <a:rPr lang="en-AT" smtClean="0"/>
              <a:t>16.05.26</a:t>
            </a:fld>
            <a:endParaRPr lang="en-AT"/>
          </a:p>
        </p:txBody>
      </p:sp>
      <p:sp>
        <p:nvSpPr>
          <p:cNvPr id="6" name="Footer Placeholder 5">
            <a:extLst>
              <a:ext uri="{FF2B5EF4-FFF2-40B4-BE49-F238E27FC236}">
                <a16:creationId xmlns:a16="http://schemas.microsoft.com/office/drawing/2014/main" id="{3B22D0FF-B49C-54BF-0F2D-263DD11F0CB9}"/>
              </a:ext>
            </a:extLst>
          </p:cNvPr>
          <p:cNvSpPr>
            <a:spLocks noGrp="1"/>
          </p:cNvSpPr>
          <p:nvPr>
            <p:ph type="ftr" sz="quarter" idx="11"/>
          </p:nvPr>
        </p:nvSpPr>
        <p:spPr/>
        <p:txBody>
          <a:bodyPr/>
          <a:lstStyle/>
          <a:p>
            <a:endParaRPr lang="en-AT"/>
          </a:p>
        </p:txBody>
      </p:sp>
      <p:sp>
        <p:nvSpPr>
          <p:cNvPr id="7" name="Slide Number Placeholder 6">
            <a:extLst>
              <a:ext uri="{FF2B5EF4-FFF2-40B4-BE49-F238E27FC236}">
                <a16:creationId xmlns:a16="http://schemas.microsoft.com/office/drawing/2014/main" id="{F0F1B477-69D5-4A4D-843C-DFBCC49B0C81}"/>
              </a:ext>
            </a:extLst>
          </p:cNvPr>
          <p:cNvSpPr>
            <a:spLocks noGrp="1"/>
          </p:cNvSpPr>
          <p:nvPr>
            <p:ph type="sldNum" sz="quarter" idx="12"/>
          </p:nvPr>
        </p:nvSpPr>
        <p:spPr/>
        <p:txBody>
          <a:bodyPr/>
          <a:lstStyle/>
          <a:p>
            <a:fld id="{D8E3BB1E-CF9F-BA4C-AD08-6C35B534BA35}" type="slidenum">
              <a:rPr lang="en-AT" smtClean="0"/>
              <a:t>‹#›</a:t>
            </a:fld>
            <a:endParaRPr lang="en-AT"/>
          </a:p>
        </p:txBody>
      </p:sp>
      <p:sp>
        <p:nvSpPr>
          <p:cNvPr id="8" name="Freeform 7">
            <a:extLst>
              <a:ext uri="{FF2B5EF4-FFF2-40B4-BE49-F238E27FC236}">
                <a16:creationId xmlns:a16="http://schemas.microsoft.com/office/drawing/2014/main" id="{1BA9A2EF-C57A-0312-8882-87DDB2972726}"/>
              </a:ext>
            </a:extLst>
          </p:cNvPr>
          <p:cNvSpPr/>
          <p:nvPr userDrawn="1"/>
        </p:nvSpPr>
        <p:spPr>
          <a:xfrm rot="7336004">
            <a:off x="8106926" y="4772515"/>
            <a:ext cx="3241309" cy="1800000"/>
          </a:xfrm>
          <a:custGeom>
            <a:avLst/>
            <a:gdLst>
              <a:gd name="csX0" fmla="*/ 2 w 2643008"/>
              <a:gd name="csY0" fmla="*/ 52 h 1409507"/>
              <a:gd name="csX1" fmla="*/ 0 w 2643008"/>
              <a:gd name="csY1" fmla="*/ 26 h 1409507"/>
              <a:gd name="csX2" fmla="*/ 2 w 2643008"/>
              <a:gd name="csY2" fmla="*/ 0 h 1409507"/>
              <a:gd name="csX3" fmla="*/ 411980 w 2643008"/>
              <a:gd name="csY3" fmla="*/ 996680 h 1409507"/>
              <a:gd name="csX4" fmla="*/ 240223 w 2643008"/>
              <a:gd name="csY4" fmla="*/ 788080 h 1409507"/>
              <a:gd name="csX5" fmla="*/ 170166 w 2643008"/>
              <a:gd name="csY5" fmla="*/ 672526 h 1409507"/>
              <a:gd name="csX6" fmla="*/ 2643008 w 2643008"/>
              <a:gd name="csY6" fmla="*/ 672526 h 1409507"/>
              <a:gd name="csX7" fmla="*/ 2572951 w 2643008"/>
              <a:gd name="csY7" fmla="*/ 788080 h 1409507"/>
              <a:gd name="csX8" fmla="*/ 1406587 w 2643008"/>
              <a:gd name="csY8" fmla="*/ 1409507 h 1409507"/>
              <a:gd name="csX9" fmla="*/ 411980 w 2643008"/>
              <a:gd name="csY9" fmla="*/ 996680 h 14095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43008" h="1409507">
                <a:moveTo>
                  <a:pt x="2" y="52"/>
                </a:moveTo>
                <a:lnTo>
                  <a:pt x="0" y="26"/>
                </a:lnTo>
                <a:lnTo>
                  <a:pt x="2" y="0"/>
                </a:lnTo>
                <a:close/>
                <a:moveTo>
                  <a:pt x="411980" y="996680"/>
                </a:moveTo>
                <a:cubicBezTo>
                  <a:pt x="348344" y="932913"/>
                  <a:pt x="290778" y="863065"/>
                  <a:pt x="240223" y="788080"/>
                </a:cubicBezTo>
                <a:lnTo>
                  <a:pt x="170166" y="672526"/>
                </a:lnTo>
                <a:lnTo>
                  <a:pt x="2643008" y="672526"/>
                </a:lnTo>
                <a:lnTo>
                  <a:pt x="2572951" y="788080"/>
                </a:lnTo>
                <a:cubicBezTo>
                  <a:pt x="2320178" y="1163005"/>
                  <a:pt x="1892110" y="1409507"/>
                  <a:pt x="1406587" y="1409507"/>
                </a:cubicBezTo>
                <a:cubicBezTo>
                  <a:pt x="1018168" y="1409507"/>
                  <a:pt x="666522" y="1251746"/>
                  <a:pt x="411980" y="996680"/>
                </a:cubicBezTo>
                <a:close/>
              </a:path>
            </a:pathLst>
          </a:custGeom>
          <a:solidFill>
            <a:srgbClr val="FED2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T" dirty="0"/>
          </a:p>
        </p:txBody>
      </p:sp>
      <p:grpSp>
        <p:nvGrpSpPr>
          <p:cNvPr id="9" name="Group 8">
            <a:extLst>
              <a:ext uri="{FF2B5EF4-FFF2-40B4-BE49-F238E27FC236}">
                <a16:creationId xmlns:a16="http://schemas.microsoft.com/office/drawing/2014/main" id="{8958E893-0816-E218-5CBE-32E4D759A20A}"/>
              </a:ext>
            </a:extLst>
          </p:cNvPr>
          <p:cNvGrpSpPr/>
          <p:nvPr userDrawn="1"/>
        </p:nvGrpSpPr>
        <p:grpSpPr>
          <a:xfrm rot="1909600">
            <a:off x="9635798" y="4704644"/>
            <a:ext cx="784694" cy="3352353"/>
            <a:chOff x="7715794" y="2375855"/>
            <a:chExt cx="609600" cy="3458888"/>
          </a:xfrm>
        </p:grpSpPr>
        <p:sp>
          <p:nvSpPr>
            <p:cNvPr id="10" name="Rounded Rectangle 9">
              <a:extLst>
                <a:ext uri="{FF2B5EF4-FFF2-40B4-BE49-F238E27FC236}">
                  <a16:creationId xmlns:a16="http://schemas.microsoft.com/office/drawing/2014/main" id="{31EF31ED-9FB5-619B-DE3B-63E69AF5D644}"/>
                </a:ext>
              </a:extLst>
            </p:cNvPr>
            <p:cNvSpPr/>
            <p:nvPr/>
          </p:nvSpPr>
          <p:spPr>
            <a:xfrm>
              <a:off x="7715794" y="2534194"/>
              <a:ext cx="609600" cy="3300549"/>
            </a:xfrm>
            <a:prstGeom prst="roundRect">
              <a:avLst/>
            </a:prstGeom>
            <a:solidFill>
              <a:srgbClr val="02A9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11" name="Oval 10">
              <a:extLst>
                <a:ext uri="{FF2B5EF4-FFF2-40B4-BE49-F238E27FC236}">
                  <a16:creationId xmlns:a16="http://schemas.microsoft.com/office/drawing/2014/main" id="{6FDFA9A2-CE58-C962-2835-BBAD2E7B7090}"/>
                </a:ext>
              </a:extLst>
            </p:cNvPr>
            <p:cNvSpPr/>
            <p:nvPr/>
          </p:nvSpPr>
          <p:spPr>
            <a:xfrm>
              <a:off x="7715794" y="2375855"/>
              <a:ext cx="609600" cy="618048"/>
            </a:xfrm>
            <a:prstGeom prst="ellipse">
              <a:avLst/>
            </a:prstGeom>
            <a:solidFill>
              <a:srgbClr val="02A9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grpSp>
      <p:sp>
        <p:nvSpPr>
          <p:cNvPr id="12" name="Freeform 11">
            <a:extLst>
              <a:ext uri="{FF2B5EF4-FFF2-40B4-BE49-F238E27FC236}">
                <a16:creationId xmlns:a16="http://schemas.microsoft.com/office/drawing/2014/main" id="{A8DB3AF0-0A3F-C26E-0443-712323742BB7}"/>
              </a:ext>
            </a:extLst>
          </p:cNvPr>
          <p:cNvSpPr/>
          <p:nvPr userDrawn="1"/>
        </p:nvSpPr>
        <p:spPr>
          <a:xfrm rot="18045866">
            <a:off x="9134134" y="5546013"/>
            <a:ext cx="3240000" cy="1800000"/>
          </a:xfrm>
          <a:custGeom>
            <a:avLst/>
            <a:gdLst>
              <a:gd name="csX0" fmla="*/ 2 w 2643008"/>
              <a:gd name="csY0" fmla="*/ 52 h 1409507"/>
              <a:gd name="csX1" fmla="*/ 0 w 2643008"/>
              <a:gd name="csY1" fmla="*/ 26 h 1409507"/>
              <a:gd name="csX2" fmla="*/ 2 w 2643008"/>
              <a:gd name="csY2" fmla="*/ 0 h 1409507"/>
              <a:gd name="csX3" fmla="*/ 411980 w 2643008"/>
              <a:gd name="csY3" fmla="*/ 996680 h 1409507"/>
              <a:gd name="csX4" fmla="*/ 240223 w 2643008"/>
              <a:gd name="csY4" fmla="*/ 788080 h 1409507"/>
              <a:gd name="csX5" fmla="*/ 170166 w 2643008"/>
              <a:gd name="csY5" fmla="*/ 672526 h 1409507"/>
              <a:gd name="csX6" fmla="*/ 2643008 w 2643008"/>
              <a:gd name="csY6" fmla="*/ 672526 h 1409507"/>
              <a:gd name="csX7" fmla="*/ 2572951 w 2643008"/>
              <a:gd name="csY7" fmla="*/ 788080 h 1409507"/>
              <a:gd name="csX8" fmla="*/ 1406587 w 2643008"/>
              <a:gd name="csY8" fmla="*/ 1409507 h 1409507"/>
              <a:gd name="csX9" fmla="*/ 411980 w 2643008"/>
              <a:gd name="csY9" fmla="*/ 996680 h 14095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43008" h="1409507">
                <a:moveTo>
                  <a:pt x="2" y="52"/>
                </a:moveTo>
                <a:lnTo>
                  <a:pt x="0" y="26"/>
                </a:lnTo>
                <a:lnTo>
                  <a:pt x="2" y="0"/>
                </a:lnTo>
                <a:close/>
                <a:moveTo>
                  <a:pt x="411980" y="996680"/>
                </a:moveTo>
                <a:cubicBezTo>
                  <a:pt x="348344" y="932913"/>
                  <a:pt x="290778" y="863065"/>
                  <a:pt x="240223" y="788080"/>
                </a:cubicBezTo>
                <a:lnTo>
                  <a:pt x="170166" y="672526"/>
                </a:lnTo>
                <a:lnTo>
                  <a:pt x="2643008" y="672526"/>
                </a:lnTo>
                <a:lnTo>
                  <a:pt x="2572951" y="788080"/>
                </a:lnTo>
                <a:cubicBezTo>
                  <a:pt x="2320178" y="1163005"/>
                  <a:pt x="1892110" y="1409507"/>
                  <a:pt x="1406587" y="1409507"/>
                </a:cubicBezTo>
                <a:cubicBezTo>
                  <a:pt x="1018168" y="1409507"/>
                  <a:pt x="666522" y="1251746"/>
                  <a:pt x="411980" y="996680"/>
                </a:cubicBezTo>
                <a:close/>
              </a:path>
            </a:pathLst>
          </a:custGeom>
          <a:solidFill>
            <a:srgbClr val="00BFB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T" dirty="0"/>
          </a:p>
        </p:txBody>
      </p:sp>
      <p:pic>
        <p:nvPicPr>
          <p:cNvPr id="13" name="Picture 12" descr="A red and black logo&#10;&#10;AI-generated content may be incorrect.">
            <a:extLst>
              <a:ext uri="{FF2B5EF4-FFF2-40B4-BE49-F238E27FC236}">
                <a16:creationId xmlns:a16="http://schemas.microsoft.com/office/drawing/2014/main" id="{712195D6-C928-85B1-549B-459EE992D6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09165" y="78607"/>
            <a:ext cx="1809563" cy="491672"/>
          </a:xfrm>
          <a:prstGeom prst="rect">
            <a:avLst/>
          </a:prstGeom>
        </p:spPr>
      </p:pic>
    </p:spTree>
    <p:extLst>
      <p:ext uri="{BB962C8B-B14F-4D97-AF65-F5344CB8AC3E}">
        <p14:creationId xmlns:p14="http://schemas.microsoft.com/office/powerpoint/2010/main" val="427732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93894-13E3-B2D7-F43E-266AE9C3CA3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T"/>
          </a:p>
        </p:txBody>
      </p:sp>
      <p:sp>
        <p:nvSpPr>
          <p:cNvPr id="3" name="Picture Placeholder 2">
            <a:extLst>
              <a:ext uri="{FF2B5EF4-FFF2-40B4-BE49-F238E27FC236}">
                <a16:creationId xmlns:a16="http://schemas.microsoft.com/office/drawing/2014/main" id="{DF1C7BA6-AD68-2313-D244-C0B940922A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T"/>
          </a:p>
        </p:txBody>
      </p:sp>
      <p:sp>
        <p:nvSpPr>
          <p:cNvPr id="4" name="Text Placeholder 3">
            <a:extLst>
              <a:ext uri="{FF2B5EF4-FFF2-40B4-BE49-F238E27FC236}">
                <a16:creationId xmlns:a16="http://schemas.microsoft.com/office/drawing/2014/main" id="{D51DCA20-6F3F-4606-8F9B-5E44E3CC86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3AC4B8F-5BEC-77B4-2627-4C24F152EE77}"/>
              </a:ext>
            </a:extLst>
          </p:cNvPr>
          <p:cNvSpPr>
            <a:spLocks noGrp="1"/>
          </p:cNvSpPr>
          <p:nvPr>
            <p:ph type="dt" sz="half" idx="10"/>
          </p:nvPr>
        </p:nvSpPr>
        <p:spPr/>
        <p:txBody>
          <a:bodyPr/>
          <a:lstStyle/>
          <a:p>
            <a:fld id="{A591BDEC-81C3-DB48-92B3-4E74693DD55D}" type="datetimeFigureOut">
              <a:rPr lang="en-AT" smtClean="0"/>
              <a:t>16.05.26</a:t>
            </a:fld>
            <a:endParaRPr lang="en-AT"/>
          </a:p>
        </p:txBody>
      </p:sp>
      <p:sp>
        <p:nvSpPr>
          <p:cNvPr id="6" name="Footer Placeholder 5">
            <a:extLst>
              <a:ext uri="{FF2B5EF4-FFF2-40B4-BE49-F238E27FC236}">
                <a16:creationId xmlns:a16="http://schemas.microsoft.com/office/drawing/2014/main" id="{DA5EBE8A-001F-40C3-583F-DCE2AF18C73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7ECDA5B-2038-D840-D507-C1351C2F8521}"/>
              </a:ext>
            </a:extLst>
          </p:cNvPr>
          <p:cNvSpPr>
            <a:spLocks noGrp="1"/>
          </p:cNvSpPr>
          <p:nvPr>
            <p:ph type="sldNum" sz="quarter" idx="12"/>
          </p:nvPr>
        </p:nvSpPr>
        <p:spPr/>
        <p:txBody>
          <a:bodyPr/>
          <a:lstStyle/>
          <a:p>
            <a:fld id="{D8E3BB1E-CF9F-BA4C-AD08-6C35B534BA35}" type="slidenum">
              <a:rPr lang="en-AT" smtClean="0"/>
              <a:t>‹#›</a:t>
            </a:fld>
            <a:endParaRPr lang="en-AT"/>
          </a:p>
        </p:txBody>
      </p:sp>
      <p:sp>
        <p:nvSpPr>
          <p:cNvPr id="8" name="Freeform 7">
            <a:extLst>
              <a:ext uri="{FF2B5EF4-FFF2-40B4-BE49-F238E27FC236}">
                <a16:creationId xmlns:a16="http://schemas.microsoft.com/office/drawing/2014/main" id="{58D1A2D7-DE5D-1991-2E22-B40817FA9DE4}"/>
              </a:ext>
            </a:extLst>
          </p:cNvPr>
          <p:cNvSpPr/>
          <p:nvPr userDrawn="1"/>
        </p:nvSpPr>
        <p:spPr>
          <a:xfrm rot="7336004">
            <a:off x="8106926" y="4772515"/>
            <a:ext cx="3241309" cy="1800000"/>
          </a:xfrm>
          <a:custGeom>
            <a:avLst/>
            <a:gdLst>
              <a:gd name="csX0" fmla="*/ 2 w 2643008"/>
              <a:gd name="csY0" fmla="*/ 52 h 1409507"/>
              <a:gd name="csX1" fmla="*/ 0 w 2643008"/>
              <a:gd name="csY1" fmla="*/ 26 h 1409507"/>
              <a:gd name="csX2" fmla="*/ 2 w 2643008"/>
              <a:gd name="csY2" fmla="*/ 0 h 1409507"/>
              <a:gd name="csX3" fmla="*/ 411980 w 2643008"/>
              <a:gd name="csY3" fmla="*/ 996680 h 1409507"/>
              <a:gd name="csX4" fmla="*/ 240223 w 2643008"/>
              <a:gd name="csY4" fmla="*/ 788080 h 1409507"/>
              <a:gd name="csX5" fmla="*/ 170166 w 2643008"/>
              <a:gd name="csY5" fmla="*/ 672526 h 1409507"/>
              <a:gd name="csX6" fmla="*/ 2643008 w 2643008"/>
              <a:gd name="csY6" fmla="*/ 672526 h 1409507"/>
              <a:gd name="csX7" fmla="*/ 2572951 w 2643008"/>
              <a:gd name="csY7" fmla="*/ 788080 h 1409507"/>
              <a:gd name="csX8" fmla="*/ 1406587 w 2643008"/>
              <a:gd name="csY8" fmla="*/ 1409507 h 1409507"/>
              <a:gd name="csX9" fmla="*/ 411980 w 2643008"/>
              <a:gd name="csY9" fmla="*/ 996680 h 14095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43008" h="1409507">
                <a:moveTo>
                  <a:pt x="2" y="52"/>
                </a:moveTo>
                <a:lnTo>
                  <a:pt x="0" y="26"/>
                </a:lnTo>
                <a:lnTo>
                  <a:pt x="2" y="0"/>
                </a:lnTo>
                <a:close/>
                <a:moveTo>
                  <a:pt x="411980" y="996680"/>
                </a:moveTo>
                <a:cubicBezTo>
                  <a:pt x="348344" y="932913"/>
                  <a:pt x="290778" y="863065"/>
                  <a:pt x="240223" y="788080"/>
                </a:cubicBezTo>
                <a:lnTo>
                  <a:pt x="170166" y="672526"/>
                </a:lnTo>
                <a:lnTo>
                  <a:pt x="2643008" y="672526"/>
                </a:lnTo>
                <a:lnTo>
                  <a:pt x="2572951" y="788080"/>
                </a:lnTo>
                <a:cubicBezTo>
                  <a:pt x="2320178" y="1163005"/>
                  <a:pt x="1892110" y="1409507"/>
                  <a:pt x="1406587" y="1409507"/>
                </a:cubicBezTo>
                <a:cubicBezTo>
                  <a:pt x="1018168" y="1409507"/>
                  <a:pt x="666522" y="1251746"/>
                  <a:pt x="411980" y="996680"/>
                </a:cubicBezTo>
                <a:close/>
              </a:path>
            </a:pathLst>
          </a:custGeom>
          <a:solidFill>
            <a:srgbClr val="FED20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T" dirty="0"/>
          </a:p>
        </p:txBody>
      </p:sp>
      <p:grpSp>
        <p:nvGrpSpPr>
          <p:cNvPr id="9" name="Group 8">
            <a:extLst>
              <a:ext uri="{FF2B5EF4-FFF2-40B4-BE49-F238E27FC236}">
                <a16:creationId xmlns:a16="http://schemas.microsoft.com/office/drawing/2014/main" id="{0E0DC28C-F39A-9836-72AF-62A81326F688}"/>
              </a:ext>
            </a:extLst>
          </p:cNvPr>
          <p:cNvGrpSpPr/>
          <p:nvPr userDrawn="1"/>
        </p:nvGrpSpPr>
        <p:grpSpPr>
          <a:xfrm rot="1909600">
            <a:off x="9635798" y="4704644"/>
            <a:ext cx="784694" cy="3352353"/>
            <a:chOff x="7715794" y="2375855"/>
            <a:chExt cx="609600" cy="3458888"/>
          </a:xfrm>
        </p:grpSpPr>
        <p:sp>
          <p:nvSpPr>
            <p:cNvPr id="10" name="Rounded Rectangle 9">
              <a:extLst>
                <a:ext uri="{FF2B5EF4-FFF2-40B4-BE49-F238E27FC236}">
                  <a16:creationId xmlns:a16="http://schemas.microsoft.com/office/drawing/2014/main" id="{30BC5D48-3149-6E1C-2A8F-8AB5BA6DFCFB}"/>
                </a:ext>
              </a:extLst>
            </p:cNvPr>
            <p:cNvSpPr/>
            <p:nvPr/>
          </p:nvSpPr>
          <p:spPr>
            <a:xfrm>
              <a:off x="7715794" y="2534194"/>
              <a:ext cx="609600" cy="3300549"/>
            </a:xfrm>
            <a:prstGeom prst="roundRect">
              <a:avLst/>
            </a:prstGeom>
            <a:solidFill>
              <a:srgbClr val="02A9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11" name="Oval 10">
              <a:extLst>
                <a:ext uri="{FF2B5EF4-FFF2-40B4-BE49-F238E27FC236}">
                  <a16:creationId xmlns:a16="http://schemas.microsoft.com/office/drawing/2014/main" id="{3A6F1A97-5F7C-EBEE-552B-CBF78887814A}"/>
                </a:ext>
              </a:extLst>
            </p:cNvPr>
            <p:cNvSpPr/>
            <p:nvPr/>
          </p:nvSpPr>
          <p:spPr>
            <a:xfrm>
              <a:off x="7715794" y="2375855"/>
              <a:ext cx="609600" cy="618048"/>
            </a:xfrm>
            <a:prstGeom prst="ellipse">
              <a:avLst/>
            </a:prstGeom>
            <a:solidFill>
              <a:srgbClr val="02A9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grpSp>
      <p:sp>
        <p:nvSpPr>
          <p:cNvPr id="12" name="Freeform 11">
            <a:extLst>
              <a:ext uri="{FF2B5EF4-FFF2-40B4-BE49-F238E27FC236}">
                <a16:creationId xmlns:a16="http://schemas.microsoft.com/office/drawing/2014/main" id="{1EF8F9FE-EAA6-E88D-B026-9F4803710B8F}"/>
              </a:ext>
            </a:extLst>
          </p:cNvPr>
          <p:cNvSpPr/>
          <p:nvPr userDrawn="1"/>
        </p:nvSpPr>
        <p:spPr>
          <a:xfrm rot="18045866">
            <a:off x="9134134" y="5546013"/>
            <a:ext cx="3240000" cy="1800000"/>
          </a:xfrm>
          <a:custGeom>
            <a:avLst/>
            <a:gdLst>
              <a:gd name="csX0" fmla="*/ 2 w 2643008"/>
              <a:gd name="csY0" fmla="*/ 52 h 1409507"/>
              <a:gd name="csX1" fmla="*/ 0 w 2643008"/>
              <a:gd name="csY1" fmla="*/ 26 h 1409507"/>
              <a:gd name="csX2" fmla="*/ 2 w 2643008"/>
              <a:gd name="csY2" fmla="*/ 0 h 1409507"/>
              <a:gd name="csX3" fmla="*/ 411980 w 2643008"/>
              <a:gd name="csY3" fmla="*/ 996680 h 1409507"/>
              <a:gd name="csX4" fmla="*/ 240223 w 2643008"/>
              <a:gd name="csY4" fmla="*/ 788080 h 1409507"/>
              <a:gd name="csX5" fmla="*/ 170166 w 2643008"/>
              <a:gd name="csY5" fmla="*/ 672526 h 1409507"/>
              <a:gd name="csX6" fmla="*/ 2643008 w 2643008"/>
              <a:gd name="csY6" fmla="*/ 672526 h 1409507"/>
              <a:gd name="csX7" fmla="*/ 2572951 w 2643008"/>
              <a:gd name="csY7" fmla="*/ 788080 h 1409507"/>
              <a:gd name="csX8" fmla="*/ 1406587 w 2643008"/>
              <a:gd name="csY8" fmla="*/ 1409507 h 1409507"/>
              <a:gd name="csX9" fmla="*/ 411980 w 2643008"/>
              <a:gd name="csY9" fmla="*/ 996680 h 14095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43008" h="1409507">
                <a:moveTo>
                  <a:pt x="2" y="52"/>
                </a:moveTo>
                <a:lnTo>
                  <a:pt x="0" y="26"/>
                </a:lnTo>
                <a:lnTo>
                  <a:pt x="2" y="0"/>
                </a:lnTo>
                <a:close/>
                <a:moveTo>
                  <a:pt x="411980" y="996680"/>
                </a:moveTo>
                <a:cubicBezTo>
                  <a:pt x="348344" y="932913"/>
                  <a:pt x="290778" y="863065"/>
                  <a:pt x="240223" y="788080"/>
                </a:cubicBezTo>
                <a:lnTo>
                  <a:pt x="170166" y="672526"/>
                </a:lnTo>
                <a:lnTo>
                  <a:pt x="2643008" y="672526"/>
                </a:lnTo>
                <a:lnTo>
                  <a:pt x="2572951" y="788080"/>
                </a:lnTo>
                <a:cubicBezTo>
                  <a:pt x="2320178" y="1163005"/>
                  <a:pt x="1892110" y="1409507"/>
                  <a:pt x="1406587" y="1409507"/>
                </a:cubicBezTo>
                <a:cubicBezTo>
                  <a:pt x="1018168" y="1409507"/>
                  <a:pt x="666522" y="1251746"/>
                  <a:pt x="411980" y="996680"/>
                </a:cubicBezTo>
                <a:close/>
              </a:path>
            </a:pathLst>
          </a:custGeom>
          <a:solidFill>
            <a:srgbClr val="00BFB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T" dirty="0"/>
          </a:p>
        </p:txBody>
      </p:sp>
    </p:spTree>
    <p:extLst>
      <p:ext uri="{BB962C8B-B14F-4D97-AF65-F5344CB8AC3E}">
        <p14:creationId xmlns:p14="http://schemas.microsoft.com/office/powerpoint/2010/main" val="3490079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2FED4-9723-37F6-8B2C-9FCC610E5750}"/>
              </a:ext>
            </a:extLst>
          </p:cNvPr>
          <p:cNvSpPr>
            <a:spLocks noGrp="1"/>
          </p:cNvSpPr>
          <p:nvPr>
            <p:ph type="title"/>
          </p:nvPr>
        </p:nvSpPr>
        <p:spPr/>
        <p:txBody>
          <a:bodyPr/>
          <a:lstStyle/>
          <a:p>
            <a:r>
              <a:rPr lang="en-GB"/>
              <a:t>Click to edit Master title style</a:t>
            </a:r>
            <a:endParaRPr lang="en-AT"/>
          </a:p>
        </p:txBody>
      </p:sp>
      <p:sp>
        <p:nvSpPr>
          <p:cNvPr id="3" name="Vertical Text Placeholder 2">
            <a:extLst>
              <a:ext uri="{FF2B5EF4-FFF2-40B4-BE49-F238E27FC236}">
                <a16:creationId xmlns:a16="http://schemas.microsoft.com/office/drawing/2014/main" id="{0A8744C6-F7F6-2759-7B1B-57D43584312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T"/>
          </a:p>
        </p:txBody>
      </p:sp>
      <p:sp>
        <p:nvSpPr>
          <p:cNvPr id="4" name="Date Placeholder 3">
            <a:extLst>
              <a:ext uri="{FF2B5EF4-FFF2-40B4-BE49-F238E27FC236}">
                <a16:creationId xmlns:a16="http://schemas.microsoft.com/office/drawing/2014/main" id="{A2E260AA-A83B-DF68-C0D7-3D34667E3ECD}"/>
              </a:ext>
            </a:extLst>
          </p:cNvPr>
          <p:cNvSpPr>
            <a:spLocks noGrp="1"/>
          </p:cNvSpPr>
          <p:nvPr>
            <p:ph type="dt" sz="half" idx="10"/>
          </p:nvPr>
        </p:nvSpPr>
        <p:spPr/>
        <p:txBody>
          <a:bodyPr/>
          <a:lstStyle/>
          <a:p>
            <a:fld id="{A591BDEC-81C3-DB48-92B3-4E74693DD55D}" type="datetimeFigureOut">
              <a:rPr lang="en-AT" smtClean="0"/>
              <a:t>16.05.26</a:t>
            </a:fld>
            <a:endParaRPr lang="en-AT"/>
          </a:p>
        </p:txBody>
      </p:sp>
      <p:sp>
        <p:nvSpPr>
          <p:cNvPr id="5" name="Footer Placeholder 4">
            <a:extLst>
              <a:ext uri="{FF2B5EF4-FFF2-40B4-BE49-F238E27FC236}">
                <a16:creationId xmlns:a16="http://schemas.microsoft.com/office/drawing/2014/main" id="{308065FA-0341-5CC1-D502-979963AEBDCA}"/>
              </a:ext>
            </a:extLst>
          </p:cNvPr>
          <p:cNvSpPr>
            <a:spLocks noGrp="1"/>
          </p:cNvSpPr>
          <p:nvPr>
            <p:ph type="ftr" sz="quarter" idx="11"/>
          </p:nvPr>
        </p:nvSpPr>
        <p:spPr/>
        <p:txBody>
          <a:bodyPr/>
          <a:lstStyle/>
          <a:p>
            <a:endParaRPr lang="en-AT"/>
          </a:p>
        </p:txBody>
      </p:sp>
      <p:sp>
        <p:nvSpPr>
          <p:cNvPr id="6" name="Slide Number Placeholder 5">
            <a:extLst>
              <a:ext uri="{FF2B5EF4-FFF2-40B4-BE49-F238E27FC236}">
                <a16:creationId xmlns:a16="http://schemas.microsoft.com/office/drawing/2014/main" id="{FCEDFFEF-77CF-7A37-6939-3286CD15FD26}"/>
              </a:ext>
            </a:extLst>
          </p:cNvPr>
          <p:cNvSpPr>
            <a:spLocks noGrp="1"/>
          </p:cNvSpPr>
          <p:nvPr>
            <p:ph type="sldNum" sz="quarter" idx="12"/>
          </p:nvPr>
        </p:nvSpPr>
        <p:spPr/>
        <p:txBody>
          <a:bodyPr/>
          <a:lstStyle/>
          <a:p>
            <a:fld id="{D8E3BB1E-CF9F-BA4C-AD08-6C35B534BA35}" type="slidenum">
              <a:rPr lang="en-AT" smtClean="0"/>
              <a:t>‹#›</a:t>
            </a:fld>
            <a:endParaRPr lang="en-AT"/>
          </a:p>
        </p:txBody>
      </p:sp>
    </p:spTree>
    <p:extLst>
      <p:ext uri="{BB962C8B-B14F-4D97-AF65-F5344CB8AC3E}">
        <p14:creationId xmlns:p14="http://schemas.microsoft.com/office/powerpoint/2010/main" val="3688371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866A5D-418D-CEAE-5DDF-5A51C7B78A9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AT"/>
          </a:p>
        </p:txBody>
      </p:sp>
      <p:sp>
        <p:nvSpPr>
          <p:cNvPr id="3" name="Vertical Text Placeholder 2">
            <a:extLst>
              <a:ext uri="{FF2B5EF4-FFF2-40B4-BE49-F238E27FC236}">
                <a16:creationId xmlns:a16="http://schemas.microsoft.com/office/drawing/2014/main" id="{8CC68390-06A2-838B-009E-76FFACB0242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T"/>
          </a:p>
        </p:txBody>
      </p:sp>
      <p:sp>
        <p:nvSpPr>
          <p:cNvPr id="4" name="Date Placeholder 3">
            <a:extLst>
              <a:ext uri="{FF2B5EF4-FFF2-40B4-BE49-F238E27FC236}">
                <a16:creationId xmlns:a16="http://schemas.microsoft.com/office/drawing/2014/main" id="{822F887C-992F-5717-BE37-F71ECEA039A5}"/>
              </a:ext>
            </a:extLst>
          </p:cNvPr>
          <p:cNvSpPr>
            <a:spLocks noGrp="1"/>
          </p:cNvSpPr>
          <p:nvPr>
            <p:ph type="dt" sz="half" idx="10"/>
          </p:nvPr>
        </p:nvSpPr>
        <p:spPr/>
        <p:txBody>
          <a:bodyPr/>
          <a:lstStyle/>
          <a:p>
            <a:fld id="{A591BDEC-81C3-DB48-92B3-4E74693DD55D}" type="datetimeFigureOut">
              <a:rPr lang="en-AT" smtClean="0"/>
              <a:t>16.05.26</a:t>
            </a:fld>
            <a:endParaRPr lang="en-AT"/>
          </a:p>
        </p:txBody>
      </p:sp>
      <p:sp>
        <p:nvSpPr>
          <p:cNvPr id="5" name="Footer Placeholder 4">
            <a:extLst>
              <a:ext uri="{FF2B5EF4-FFF2-40B4-BE49-F238E27FC236}">
                <a16:creationId xmlns:a16="http://schemas.microsoft.com/office/drawing/2014/main" id="{47EB18C0-B88B-2BFB-4FC4-BB5C0A400CB8}"/>
              </a:ext>
            </a:extLst>
          </p:cNvPr>
          <p:cNvSpPr>
            <a:spLocks noGrp="1"/>
          </p:cNvSpPr>
          <p:nvPr>
            <p:ph type="ftr" sz="quarter" idx="11"/>
          </p:nvPr>
        </p:nvSpPr>
        <p:spPr/>
        <p:txBody>
          <a:bodyPr/>
          <a:lstStyle/>
          <a:p>
            <a:endParaRPr lang="en-AT"/>
          </a:p>
        </p:txBody>
      </p:sp>
      <p:sp>
        <p:nvSpPr>
          <p:cNvPr id="6" name="Slide Number Placeholder 5">
            <a:extLst>
              <a:ext uri="{FF2B5EF4-FFF2-40B4-BE49-F238E27FC236}">
                <a16:creationId xmlns:a16="http://schemas.microsoft.com/office/drawing/2014/main" id="{2DB8D64A-629C-34B3-065C-AE36440A9C88}"/>
              </a:ext>
            </a:extLst>
          </p:cNvPr>
          <p:cNvSpPr>
            <a:spLocks noGrp="1"/>
          </p:cNvSpPr>
          <p:nvPr>
            <p:ph type="sldNum" sz="quarter" idx="12"/>
          </p:nvPr>
        </p:nvSpPr>
        <p:spPr/>
        <p:txBody>
          <a:bodyPr/>
          <a:lstStyle/>
          <a:p>
            <a:fld id="{D8E3BB1E-CF9F-BA4C-AD08-6C35B534BA35}" type="slidenum">
              <a:rPr lang="en-AT" smtClean="0"/>
              <a:t>‹#›</a:t>
            </a:fld>
            <a:endParaRPr lang="en-AT"/>
          </a:p>
        </p:txBody>
      </p:sp>
    </p:spTree>
    <p:extLst>
      <p:ext uri="{BB962C8B-B14F-4D97-AF65-F5344CB8AC3E}">
        <p14:creationId xmlns:p14="http://schemas.microsoft.com/office/powerpoint/2010/main" val="3411954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BA233F-1871-0BF9-166C-B080868C9B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AT"/>
          </a:p>
        </p:txBody>
      </p:sp>
      <p:sp>
        <p:nvSpPr>
          <p:cNvPr id="3" name="Text Placeholder 2">
            <a:extLst>
              <a:ext uri="{FF2B5EF4-FFF2-40B4-BE49-F238E27FC236}">
                <a16:creationId xmlns:a16="http://schemas.microsoft.com/office/drawing/2014/main" id="{BDF06674-71AB-4CF5-56E7-3FD232BFA6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T"/>
          </a:p>
        </p:txBody>
      </p:sp>
      <p:sp>
        <p:nvSpPr>
          <p:cNvPr id="4" name="Date Placeholder 3">
            <a:extLst>
              <a:ext uri="{FF2B5EF4-FFF2-40B4-BE49-F238E27FC236}">
                <a16:creationId xmlns:a16="http://schemas.microsoft.com/office/drawing/2014/main" id="{6A072806-F876-B645-329B-9D833756F8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91BDEC-81C3-DB48-92B3-4E74693DD55D}" type="datetimeFigureOut">
              <a:rPr lang="en-AT" smtClean="0"/>
              <a:t>16.05.26</a:t>
            </a:fld>
            <a:endParaRPr lang="en-AT"/>
          </a:p>
        </p:txBody>
      </p:sp>
      <p:sp>
        <p:nvSpPr>
          <p:cNvPr id="5" name="Footer Placeholder 4">
            <a:extLst>
              <a:ext uri="{FF2B5EF4-FFF2-40B4-BE49-F238E27FC236}">
                <a16:creationId xmlns:a16="http://schemas.microsoft.com/office/drawing/2014/main" id="{5DEB334C-CF65-FE10-8CDB-FFF8801478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T"/>
          </a:p>
        </p:txBody>
      </p:sp>
      <p:sp>
        <p:nvSpPr>
          <p:cNvPr id="6" name="Slide Number Placeholder 5">
            <a:extLst>
              <a:ext uri="{FF2B5EF4-FFF2-40B4-BE49-F238E27FC236}">
                <a16:creationId xmlns:a16="http://schemas.microsoft.com/office/drawing/2014/main" id="{7CAD21A0-E704-8BC5-3D51-03FF4DBB25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8E3BB1E-CF9F-BA4C-AD08-6C35B534BA35}" type="slidenum">
              <a:rPr lang="en-AT" smtClean="0"/>
              <a:t>‹#›</a:t>
            </a:fld>
            <a:endParaRPr lang="en-AT"/>
          </a:p>
        </p:txBody>
      </p:sp>
    </p:spTree>
    <p:extLst>
      <p:ext uri="{BB962C8B-B14F-4D97-AF65-F5344CB8AC3E}">
        <p14:creationId xmlns:p14="http://schemas.microsoft.com/office/powerpoint/2010/main" val="204919534"/>
      </p:ext>
    </p:extLst>
  </p:cSld>
  <p:clrMap bg1="lt1" tx1="dk1" bg2="lt2" tx2="dk2" accent1="accent1" accent2="accent2" accent3="accent3" accent4="accent4" accent5="accent5" accent6="accent6" hlink="hlink" folHlink="folHlink"/>
  <p:sldLayoutIdLst>
    <p:sldLayoutId id="2147484166" r:id="rId1"/>
    <p:sldLayoutId id="2147484167" r:id="rId2"/>
    <p:sldLayoutId id="2147484168" r:id="rId3"/>
    <p:sldLayoutId id="2147484169" r:id="rId4"/>
    <p:sldLayoutId id="2147484170" r:id="rId5"/>
    <p:sldLayoutId id="2147484171" r:id="rId6"/>
    <p:sldLayoutId id="2147484172" r:id="rId7"/>
    <p:sldLayoutId id="2147484173" r:id="rId8"/>
    <p:sldLayoutId id="2147484174" r:id="rId9"/>
    <p:sldLayoutId id="2147484175" r:id="rId10"/>
    <p:sldLayoutId id="214748417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hyperlink" Target="https://www.kaggle.com/datasets/jtrotman/formula-1-race-data" TargetMode="External"/><Relationship Id="rId7" Type="http://schemas.openxmlformats.org/officeDocument/2006/relationships/image" Target="../media/image12.sv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hyperlink" Target="http://localhost:5601/" TargetMode="External"/><Relationship Id="rId4" Type="http://schemas.openxmlformats.org/officeDocument/2006/relationships/hyperlink" Target="http://localhost:9200/"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s://www.purestorage.com/knowledge/elasticsearch-architecture.html" TargetMode="External"/><Relationship Id="rId7" Type="http://schemas.openxmlformats.org/officeDocument/2006/relationships/hyperlink" Target="https://www.elastic.co/kibana"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s://www.elastic.co/elasticsearch/features" TargetMode="External"/><Relationship Id="rId5" Type="http://schemas.openxmlformats.org/officeDocument/2006/relationships/hyperlink" Target="https://www.geeksforgeeks.org/elasticsearch/what-is-elastic-search-and-why-is-it-used/" TargetMode="External"/><Relationship Id="rId4" Type="http://schemas.openxmlformats.org/officeDocument/2006/relationships/hyperlink" Target="https://www.geeksforgeeks.org/elasticsearch/elasticsearch-architectur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D5EF986-C563-96A1-8358-0843072E2994}"/>
              </a:ext>
            </a:extLst>
          </p:cNvPr>
          <p:cNvSpPr/>
          <p:nvPr/>
        </p:nvSpPr>
        <p:spPr>
          <a:xfrm>
            <a:off x="6096000" y="2690949"/>
            <a:ext cx="2203269" cy="677092"/>
          </a:xfrm>
          <a:prstGeom prst="rect">
            <a:avLst/>
          </a:prstGeom>
          <a:solidFill>
            <a:srgbClr val="02A9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2" name="Title 1">
            <a:extLst>
              <a:ext uri="{FF2B5EF4-FFF2-40B4-BE49-F238E27FC236}">
                <a16:creationId xmlns:a16="http://schemas.microsoft.com/office/drawing/2014/main" id="{9796A078-DF03-A054-F0CD-D979DA99BFC2}"/>
              </a:ext>
            </a:extLst>
          </p:cNvPr>
          <p:cNvSpPr>
            <a:spLocks noGrp="1"/>
          </p:cNvSpPr>
          <p:nvPr>
            <p:ph type="ctrTitle"/>
          </p:nvPr>
        </p:nvSpPr>
        <p:spPr/>
        <p:txBody>
          <a:bodyPr/>
          <a:lstStyle/>
          <a:p>
            <a:r>
              <a:rPr lang="en-AT" dirty="0"/>
              <a:t>elastic</a:t>
            </a:r>
            <a:r>
              <a:rPr lang="en-AT" dirty="0">
                <a:solidFill>
                  <a:schemeClr val="bg1"/>
                </a:solidFill>
              </a:rPr>
              <a:t>search</a:t>
            </a:r>
          </a:p>
        </p:txBody>
      </p:sp>
      <p:sp>
        <p:nvSpPr>
          <p:cNvPr id="3" name="Subtitle 2">
            <a:extLst>
              <a:ext uri="{FF2B5EF4-FFF2-40B4-BE49-F238E27FC236}">
                <a16:creationId xmlns:a16="http://schemas.microsoft.com/office/drawing/2014/main" id="{723906CB-7C09-7156-4CDA-5F2C1C3499EB}"/>
              </a:ext>
            </a:extLst>
          </p:cNvPr>
          <p:cNvSpPr>
            <a:spLocks noGrp="1"/>
          </p:cNvSpPr>
          <p:nvPr>
            <p:ph type="subTitle" idx="1"/>
          </p:nvPr>
        </p:nvSpPr>
        <p:spPr/>
        <p:txBody>
          <a:bodyPr>
            <a:normAutofit/>
          </a:bodyPr>
          <a:lstStyle/>
          <a:p>
            <a:r>
              <a:rPr lang="en-AT" dirty="0"/>
              <a:t>Fabian Kopf</a:t>
            </a:r>
          </a:p>
          <a:p>
            <a:fld id="{343E18A4-A905-2445-944B-CEA2A38DE8BE}" type="datetime4">
              <a:rPr lang="en-AT" sz="1600"/>
              <a:t>16. May 2026</a:t>
            </a:fld>
            <a:endParaRPr lang="en-AT" sz="1600" dirty="0"/>
          </a:p>
        </p:txBody>
      </p:sp>
      <p:pic>
        <p:nvPicPr>
          <p:cNvPr id="5" name="Picture 4">
            <a:extLst>
              <a:ext uri="{FF2B5EF4-FFF2-40B4-BE49-F238E27FC236}">
                <a16:creationId xmlns:a16="http://schemas.microsoft.com/office/drawing/2014/main" id="{30653D59-0082-C2F1-C648-9F92F64F55C6}"/>
              </a:ext>
            </a:extLst>
          </p:cNvPr>
          <p:cNvPicPr>
            <a:picLocks noChangeAspect="1"/>
          </p:cNvPicPr>
          <p:nvPr/>
        </p:nvPicPr>
        <p:blipFill>
          <a:blip r:embed="rId2"/>
          <a:srcRect t="39270" r="75186" b="38646"/>
          <a:stretch>
            <a:fillRect/>
          </a:stretch>
        </p:blipFill>
        <p:spPr>
          <a:xfrm>
            <a:off x="2921726" y="2519522"/>
            <a:ext cx="1146009" cy="1019945"/>
          </a:xfrm>
          <a:prstGeom prst="rect">
            <a:avLst/>
          </a:prstGeom>
        </p:spPr>
      </p:pic>
    </p:spTree>
    <p:extLst>
      <p:ext uri="{BB962C8B-B14F-4D97-AF65-F5344CB8AC3E}">
        <p14:creationId xmlns:p14="http://schemas.microsoft.com/office/powerpoint/2010/main" val="30866796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20A79-00D4-DE2D-0A43-799A35810C59}"/>
              </a:ext>
            </a:extLst>
          </p:cNvPr>
          <p:cNvSpPr>
            <a:spLocks noGrp="1"/>
          </p:cNvSpPr>
          <p:nvPr>
            <p:ph type="title"/>
          </p:nvPr>
        </p:nvSpPr>
        <p:spPr>
          <a:xfrm>
            <a:off x="838200" y="310140"/>
            <a:ext cx="10515600" cy="1325563"/>
          </a:xfrm>
        </p:spPr>
        <p:txBody>
          <a:bodyPr/>
          <a:lstStyle/>
          <a:p>
            <a:r>
              <a:rPr lang="en-AT" dirty="0"/>
              <a:t>Agenda</a:t>
            </a:r>
          </a:p>
        </p:txBody>
      </p:sp>
      <p:sp>
        <p:nvSpPr>
          <p:cNvPr id="5" name="Rounded Rectangle 4">
            <a:extLst>
              <a:ext uri="{FF2B5EF4-FFF2-40B4-BE49-F238E27FC236}">
                <a16:creationId xmlns:a16="http://schemas.microsoft.com/office/drawing/2014/main" id="{22E1F800-4317-EA4C-447C-ECE19D3662C4}"/>
              </a:ext>
            </a:extLst>
          </p:cNvPr>
          <p:cNvSpPr/>
          <p:nvPr/>
        </p:nvSpPr>
        <p:spPr>
          <a:xfrm>
            <a:off x="2312895" y="1770173"/>
            <a:ext cx="5930151" cy="416859"/>
          </a:xfrm>
          <a:prstGeom prst="roundRect">
            <a:avLst/>
          </a:prstGeom>
          <a:solidFill>
            <a:srgbClr val="00BF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T" sz="2400" dirty="0"/>
              <a:t>What is ElasticSearch</a:t>
            </a:r>
          </a:p>
        </p:txBody>
      </p:sp>
      <p:sp>
        <p:nvSpPr>
          <p:cNvPr id="6" name="Rounded Rectangle 5">
            <a:extLst>
              <a:ext uri="{FF2B5EF4-FFF2-40B4-BE49-F238E27FC236}">
                <a16:creationId xmlns:a16="http://schemas.microsoft.com/office/drawing/2014/main" id="{2FFC05B3-E720-B7B7-04C9-697893327623}"/>
              </a:ext>
            </a:extLst>
          </p:cNvPr>
          <p:cNvSpPr/>
          <p:nvPr/>
        </p:nvSpPr>
        <p:spPr>
          <a:xfrm>
            <a:off x="2312894" y="2401429"/>
            <a:ext cx="5930151" cy="416859"/>
          </a:xfrm>
          <a:prstGeom prst="roundRect">
            <a:avLst/>
          </a:prstGeom>
          <a:solidFill>
            <a:srgbClr val="00BF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T" sz="2400" dirty="0"/>
              <a:t>Architecture</a:t>
            </a:r>
          </a:p>
        </p:txBody>
      </p:sp>
      <p:sp>
        <p:nvSpPr>
          <p:cNvPr id="7" name="Rounded Rectangle 6">
            <a:extLst>
              <a:ext uri="{FF2B5EF4-FFF2-40B4-BE49-F238E27FC236}">
                <a16:creationId xmlns:a16="http://schemas.microsoft.com/office/drawing/2014/main" id="{AB596FC3-64BB-07D8-E956-9503BA4C743D}"/>
              </a:ext>
            </a:extLst>
          </p:cNvPr>
          <p:cNvSpPr/>
          <p:nvPr/>
        </p:nvSpPr>
        <p:spPr>
          <a:xfrm>
            <a:off x="2312895" y="3032685"/>
            <a:ext cx="5930151" cy="416859"/>
          </a:xfrm>
          <a:prstGeom prst="roundRect">
            <a:avLst/>
          </a:prstGeom>
          <a:solidFill>
            <a:srgbClr val="00BF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T" sz="2400" dirty="0"/>
              <a:t>Key features</a:t>
            </a:r>
          </a:p>
        </p:txBody>
      </p:sp>
      <p:sp>
        <p:nvSpPr>
          <p:cNvPr id="8" name="Rounded Rectangle 7">
            <a:extLst>
              <a:ext uri="{FF2B5EF4-FFF2-40B4-BE49-F238E27FC236}">
                <a16:creationId xmlns:a16="http://schemas.microsoft.com/office/drawing/2014/main" id="{B5C9BECC-28E7-4633-8A2D-0214432A69AA}"/>
              </a:ext>
            </a:extLst>
          </p:cNvPr>
          <p:cNvSpPr/>
          <p:nvPr/>
        </p:nvSpPr>
        <p:spPr>
          <a:xfrm>
            <a:off x="2312894" y="3688416"/>
            <a:ext cx="5930151" cy="416859"/>
          </a:xfrm>
          <a:prstGeom prst="roundRect">
            <a:avLst/>
          </a:prstGeom>
          <a:solidFill>
            <a:srgbClr val="00BF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T" sz="2400" dirty="0"/>
              <a:t>How does it work</a:t>
            </a:r>
          </a:p>
        </p:txBody>
      </p:sp>
      <p:sp>
        <p:nvSpPr>
          <p:cNvPr id="11" name="Rounded Rectangle 10">
            <a:extLst>
              <a:ext uri="{FF2B5EF4-FFF2-40B4-BE49-F238E27FC236}">
                <a16:creationId xmlns:a16="http://schemas.microsoft.com/office/drawing/2014/main" id="{0B6B0778-6C1A-C82F-A08F-EBD35E8F20BF}"/>
              </a:ext>
            </a:extLst>
          </p:cNvPr>
          <p:cNvSpPr/>
          <p:nvPr/>
        </p:nvSpPr>
        <p:spPr>
          <a:xfrm>
            <a:off x="2312895" y="4344147"/>
            <a:ext cx="5930151" cy="416859"/>
          </a:xfrm>
          <a:prstGeom prst="roundRect">
            <a:avLst/>
          </a:prstGeom>
          <a:solidFill>
            <a:srgbClr val="00BF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T" sz="2400" dirty="0"/>
              <a:t>Query Language &amp; API</a:t>
            </a:r>
          </a:p>
        </p:txBody>
      </p:sp>
      <p:sp>
        <p:nvSpPr>
          <p:cNvPr id="12" name="Rounded Rectangle 11">
            <a:extLst>
              <a:ext uri="{FF2B5EF4-FFF2-40B4-BE49-F238E27FC236}">
                <a16:creationId xmlns:a16="http://schemas.microsoft.com/office/drawing/2014/main" id="{CE064E1E-84C9-2230-71F1-D564312B02E2}"/>
              </a:ext>
            </a:extLst>
          </p:cNvPr>
          <p:cNvSpPr/>
          <p:nvPr/>
        </p:nvSpPr>
        <p:spPr>
          <a:xfrm>
            <a:off x="2312894" y="4999878"/>
            <a:ext cx="5930151" cy="416859"/>
          </a:xfrm>
          <a:prstGeom prst="roundRect">
            <a:avLst/>
          </a:prstGeom>
          <a:solidFill>
            <a:srgbClr val="00BF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T" sz="2400" dirty="0"/>
              <a:t>Usecases</a:t>
            </a:r>
          </a:p>
        </p:txBody>
      </p:sp>
      <p:sp>
        <p:nvSpPr>
          <p:cNvPr id="13" name="Rounded Rectangle 12">
            <a:extLst>
              <a:ext uri="{FF2B5EF4-FFF2-40B4-BE49-F238E27FC236}">
                <a16:creationId xmlns:a16="http://schemas.microsoft.com/office/drawing/2014/main" id="{4B413FF3-404E-32CC-EF0A-B75CA2B1FE1C}"/>
              </a:ext>
            </a:extLst>
          </p:cNvPr>
          <p:cNvSpPr/>
          <p:nvPr/>
        </p:nvSpPr>
        <p:spPr>
          <a:xfrm>
            <a:off x="2312895" y="5606659"/>
            <a:ext cx="5930151" cy="416859"/>
          </a:xfrm>
          <a:prstGeom prst="roundRect">
            <a:avLst/>
          </a:prstGeom>
          <a:solidFill>
            <a:srgbClr val="00BF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T" sz="2400" dirty="0"/>
              <a:t>Advantages &amp; Disadvantages</a:t>
            </a:r>
          </a:p>
        </p:txBody>
      </p:sp>
      <p:sp>
        <p:nvSpPr>
          <p:cNvPr id="14" name="Rounded Rectangle 13">
            <a:extLst>
              <a:ext uri="{FF2B5EF4-FFF2-40B4-BE49-F238E27FC236}">
                <a16:creationId xmlns:a16="http://schemas.microsoft.com/office/drawing/2014/main" id="{853FF397-088C-12C0-106F-EE6F0865C193}"/>
              </a:ext>
            </a:extLst>
          </p:cNvPr>
          <p:cNvSpPr/>
          <p:nvPr/>
        </p:nvSpPr>
        <p:spPr>
          <a:xfrm>
            <a:off x="2312894" y="6262390"/>
            <a:ext cx="5930151" cy="416859"/>
          </a:xfrm>
          <a:prstGeom prst="roundRect">
            <a:avLst/>
          </a:prstGeom>
          <a:solidFill>
            <a:srgbClr val="00BF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T" sz="2400" dirty="0"/>
              <a:t>Project</a:t>
            </a:r>
          </a:p>
        </p:txBody>
      </p:sp>
      <p:sp>
        <p:nvSpPr>
          <p:cNvPr id="15" name="Oval 14">
            <a:extLst>
              <a:ext uri="{FF2B5EF4-FFF2-40B4-BE49-F238E27FC236}">
                <a16:creationId xmlns:a16="http://schemas.microsoft.com/office/drawing/2014/main" id="{357C3278-2D09-D7C6-A0DF-3F828592ED1B}"/>
              </a:ext>
            </a:extLst>
          </p:cNvPr>
          <p:cNvSpPr/>
          <p:nvPr/>
        </p:nvSpPr>
        <p:spPr>
          <a:xfrm>
            <a:off x="1936376" y="1673625"/>
            <a:ext cx="537882" cy="537882"/>
          </a:xfrm>
          <a:prstGeom prst="ellipse">
            <a:avLst/>
          </a:prstGeom>
          <a:solidFill>
            <a:srgbClr val="FED20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T" dirty="0"/>
              <a:t>1</a:t>
            </a:r>
          </a:p>
        </p:txBody>
      </p:sp>
      <p:sp>
        <p:nvSpPr>
          <p:cNvPr id="16" name="Oval 15">
            <a:extLst>
              <a:ext uri="{FF2B5EF4-FFF2-40B4-BE49-F238E27FC236}">
                <a16:creationId xmlns:a16="http://schemas.microsoft.com/office/drawing/2014/main" id="{7A8C159A-ACCF-695A-8CB9-0E6F1E479BA0}"/>
              </a:ext>
            </a:extLst>
          </p:cNvPr>
          <p:cNvSpPr/>
          <p:nvPr/>
        </p:nvSpPr>
        <p:spPr>
          <a:xfrm>
            <a:off x="1936376" y="2340917"/>
            <a:ext cx="537882" cy="537882"/>
          </a:xfrm>
          <a:prstGeom prst="ellipse">
            <a:avLst/>
          </a:prstGeom>
          <a:solidFill>
            <a:srgbClr val="FED20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T" dirty="0"/>
              <a:t>2</a:t>
            </a:r>
          </a:p>
        </p:txBody>
      </p:sp>
      <p:sp>
        <p:nvSpPr>
          <p:cNvPr id="17" name="Oval 16">
            <a:extLst>
              <a:ext uri="{FF2B5EF4-FFF2-40B4-BE49-F238E27FC236}">
                <a16:creationId xmlns:a16="http://schemas.microsoft.com/office/drawing/2014/main" id="{327B938E-F153-2295-9076-B7E6D6614536}"/>
              </a:ext>
            </a:extLst>
          </p:cNvPr>
          <p:cNvSpPr/>
          <p:nvPr/>
        </p:nvSpPr>
        <p:spPr>
          <a:xfrm>
            <a:off x="1949822" y="2977607"/>
            <a:ext cx="537882" cy="537882"/>
          </a:xfrm>
          <a:prstGeom prst="ellipse">
            <a:avLst/>
          </a:prstGeom>
          <a:solidFill>
            <a:srgbClr val="FED20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T" dirty="0"/>
              <a:t>3</a:t>
            </a:r>
          </a:p>
        </p:txBody>
      </p:sp>
      <p:sp>
        <p:nvSpPr>
          <p:cNvPr id="18" name="Oval 17">
            <a:extLst>
              <a:ext uri="{FF2B5EF4-FFF2-40B4-BE49-F238E27FC236}">
                <a16:creationId xmlns:a16="http://schemas.microsoft.com/office/drawing/2014/main" id="{068FD66F-1A79-6701-A051-223C014A2A5D}"/>
              </a:ext>
            </a:extLst>
          </p:cNvPr>
          <p:cNvSpPr/>
          <p:nvPr/>
        </p:nvSpPr>
        <p:spPr>
          <a:xfrm>
            <a:off x="1949822" y="3613541"/>
            <a:ext cx="537882" cy="537882"/>
          </a:xfrm>
          <a:prstGeom prst="ellipse">
            <a:avLst/>
          </a:prstGeom>
          <a:solidFill>
            <a:srgbClr val="FED20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T" dirty="0"/>
              <a:t>4</a:t>
            </a:r>
          </a:p>
        </p:txBody>
      </p:sp>
      <p:sp>
        <p:nvSpPr>
          <p:cNvPr id="19" name="Oval 18">
            <a:extLst>
              <a:ext uri="{FF2B5EF4-FFF2-40B4-BE49-F238E27FC236}">
                <a16:creationId xmlns:a16="http://schemas.microsoft.com/office/drawing/2014/main" id="{290A04B3-19D2-1559-43D1-DB03D1D3F721}"/>
              </a:ext>
            </a:extLst>
          </p:cNvPr>
          <p:cNvSpPr/>
          <p:nvPr/>
        </p:nvSpPr>
        <p:spPr>
          <a:xfrm>
            <a:off x="1954304" y="4254321"/>
            <a:ext cx="537882" cy="537882"/>
          </a:xfrm>
          <a:prstGeom prst="ellipse">
            <a:avLst/>
          </a:prstGeom>
          <a:solidFill>
            <a:srgbClr val="FED20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T" dirty="0"/>
              <a:t>5</a:t>
            </a:r>
          </a:p>
        </p:txBody>
      </p:sp>
      <p:sp>
        <p:nvSpPr>
          <p:cNvPr id="20" name="Oval 19">
            <a:extLst>
              <a:ext uri="{FF2B5EF4-FFF2-40B4-BE49-F238E27FC236}">
                <a16:creationId xmlns:a16="http://schemas.microsoft.com/office/drawing/2014/main" id="{3B38889E-FBB5-4147-1626-5E329F7B0E89}"/>
              </a:ext>
            </a:extLst>
          </p:cNvPr>
          <p:cNvSpPr/>
          <p:nvPr/>
        </p:nvSpPr>
        <p:spPr>
          <a:xfrm>
            <a:off x="1949822" y="4878855"/>
            <a:ext cx="537882" cy="537882"/>
          </a:xfrm>
          <a:prstGeom prst="ellipse">
            <a:avLst/>
          </a:prstGeom>
          <a:solidFill>
            <a:srgbClr val="FED20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T" dirty="0"/>
              <a:t>6</a:t>
            </a:r>
          </a:p>
        </p:txBody>
      </p:sp>
      <p:sp>
        <p:nvSpPr>
          <p:cNvPr id="21" name="Oval 20">
            <a:extLst>
              <a:ext uri="{FF2B5EF4-FFF2-40B4-BE49-F238E27FC236}">
                <a16:creationId xmlns:a16="http://schemas.microsoft.com/office/drawing/2014/main" id="{AFDA044F-A75C-73DA-F066-9795789113FF}"/>
              </a:ext>
            </a:extLst>
          </p:cNvPr>
          <p:cNvSpPr/>
          <p:nvPr/>
        </p:nvSpPr>
        <p:spPr>
          <a:xfrm>
            <a:off x="1949822" y="5567074"/>
            <a:ext cx="537882" cy="537882"/>
          </a:xfrm>
          <a:prstGeom prst="ellipse">
            <a:avLst/>
          </a:prstGeom>
          <a:solidFill>
            <a:srgbClr val="FED20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T" dirty="0"/>
              <a:t>7</a:t>
            </a:r>
          </a:p>
        </p:txBody>
      </p:sp>
      <p:sp>
        <p:nvSpPr>
          <p:cNvPr id="22" name="Oval 21">
            <a:extLst>
              <a:ext uri="{FF2B5EF4-FFF2-40B4-BE49-F238E27FC236}">
                <a16:creationId xmlns:a16="http://schemas.microsoft.com/office/drawing/2014/main" id="{31E6CF56-E78F-50AE-F900-AB8A901F748A}"/>
              </a:ext>
            </a:extLst>
          </p:cNvPr>
          <p:cNvSpPr/>
          <p:nvPr/>
        </p:nvSpPr>
        <p:spPr>
          <a:xfrm>
            <a:off x="1936376" y="6228016"/>
            <a:ext cx="537882" cy="537882"/>
          </a:xfrm>
          <a:prstGeom prst="ellipse">
            <a:avLst/>
          </a:prstGeom>
          <a:solidFill>
            <a:srgbClr val="FED20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T" dirty="0"/>
              <a:t>8</a:t>
            </a:r>
          </a:p>
        </p:txBody>
      </p:sp>
    </p:spTree>
    <p:extLst>
      <p:ext uri="{BB962C8B-B14F-4D97-AF65-F5344CB8AC3E}">
        <p14:creationId xmlns:p14="http://schemas.microsoft.com/office/powerpoint/2010/main" val="4091602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592E4-C7F0-B5D1-BE10-933772270985}"/>
              </a:ext>
            </a:extLst>
          </p:cNvPr>
          <p:cNvSpPr>
            <a:spLocks noGrp="1"/>
          </p:cNvSpPr>
          <p:nvPr>
            <p:ph type="title"/>
          </p:nvPr>
        </p:nvSpPr>
        <p:spPr/>
        <p:txBody>
          <a:bodyPr/>
          <a:lstStyle/>
          <a:p>
            <a:r>
              <a:rPr lang="en-AT" dirty="0"/>
              <a:t>What is Elasticsearch?</a:t>
            </a:r>
          </a:p>
        </p:txBody>
      </p:sp>
      <p:sp>
        <p:nvSpPr>
          <p:cNvPr id="3" name="Content Placeholder 2">
            <a:extLst>
              <a:ext uri="{FF2B5EF4-FFF2-40B4-BE49-F238E27FC236}">
                <a16:creationId xmlns:a16="http://schemas.microsoft.com/office/drawing/2014/main" id="{0D6E0D32-9E39-F289-8F83-5024B14E7735}"/>
              </a:ext>
            </a:extLst>
          </p:cNvPr>
          <p:cNvSpPr>
            <a:spLocks noGrp="1"/>
          </p:cNvSpPr>
          <p:nvPr>
            <p:ph idx="1"/>
          </p:nvPr>
        </p:nvSpPr>
        <p:spPr/>
        <p:txBody>
          <a:bodyPr/>
          <a:lstStyle/>
          <a:p>
            <a:r>
              <a:rPr lang="en-AT" dirty="0"/>
              <a:t>NoSQL docu</a:t>
            </a:r>
            <a:r>
              <a:rPr lang="en-GB" dirty="0"/>
              <a:t>me</a:t>
            </a:r>
            <a:r>
              <a:rPr lang="en-AT" dirty="0"/>
              <a:t>nt store and search engine</a:t>
            </a:r>
          </a:p>
          <a:p>
            <a:r>
              <a:rPr lang="en-AT" dirty="0"/>
              <a:t>Open-source, distributed search and analytics engine</a:t>
            </a:r>
          </a:p>
          <a:p>
            <a:r>
              <a:rPr lang="en-AT" dirty="0"/>
              <a:t>Build on Apache Lucene</a:t>
            </a:r>
          </a:p>
          <a:p>
            <a:pPr lvl="1"/>
            <a:r>
              <a:rPr lang="en-GB" dirty="0"/>
              <a:t>Apache Lucene is an open-source Java library </a:t>
            </a:r>
            <a:endParaRPr lang="en-AT" dirty="0"/>
          </a:p>
          <a:p>
            <a:pPr lvl="1"/>
            <a:r>
              <a:rPr lang="en-AT" dirty="0"/>
              <a:t>Provides the core indexing and full-text search engine</a:t>
            </a:r>
          </a:p>
          <a:p>
            <a:r>
              <a:rPr lang="en-AT" dirty="0"/>
              <a:t>Stores data in JSON format</a:t>
            </a:r>
          </a:p>
          <a:p>
            <a:endParaRPr lang="en-AT" dirty="0"/>
          </a:p>
          <a:p>
            <a:endParaRPr lang="en-AT" dirty="0"/>
          </a:p>
        </p:txBody>
      </p:sp>
      <p:pic>
        <p:nvPicPr>
          <p:cNvPr id="4" name="Picture 3">
            <a:extLst>
              <a:ext uri="{FF2B5EF4-FFF2-40B4-BE49-F238E27FC236}">
                <a16:creationId xmlns:a16="http://schemas.microsoft.com/office/drawing/2014/main" id="{7BF4F31F-82B8-07BD-2E45-BDF39AAB3EA0}"/>
              </a:ext>
            </a:extLst>
          </p:cNvPr>
          <p:cNvPicPr>
            <a:picLocks noChangeAspect="1"/>
          </p:cNvPicPr>
          <p:nvPr/>
        </p:nvPicPr>
        <p:blipFill>
          <a:blip r:embed="rId3"/>
          <a:stretch>
            <a:fillRect/>
          </a:stretch>
        </p:blipFill>
        <p:spPr>
          <a:xfrm>
            <a:off x="1431731" y="4593327"/>
            <a:ext cx="3662784" cy="2020846"/>
          </a:xfrm>
          <a:prstGeom prst="rect">
            <a:avLst/>
          </a:prstGeom>
        </p:spPr>
      </p:pic>
    </p:spTree>
    <p:extLst>
      <p:ext uri="{BB962C8B-B14F-4D97-AF65-F5344CB8AC3E}">
        <p14:creationId xmlns:p14="http://schemas.microsoft.com/office/powerpoint/2010/main" val="1720030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1A590-3DD4-6F08-BB92-F0C8755105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026116-75C6-205D-E7F6-61CF6769E653}"/>
              </a:ext>
            </a:extLst>
          </p:cNvPr>
          <p:cNvSpPr>
            <a:spLocks noGrp="1"/>
          </p:cNvSpPr>
          <p:nvPr>
            <p:ph type="title"/>
          </p:nvPr>
        </p:nvSpPr>
        <p:spPr/>
        <p:txBody>
          <a:bodyPr/>
          <a:lstStyle/>
          <a:p>
            <a:r>
              <a:rPr lang="en-AT" dirty="0"/>
              <a:t>What is Elasticsearch?</a:t>
            </a:r>
          </a:p>
        </p:txBody>
      </p:sp>
      <p:sp>
        <p:nvSpPr>
          <p:cNvPr id="3" name="Content Placeholder 2">
            <a:extLst>
              <a:ext uri="{FF2B5EF4-FFF2-40B4-BE49-F238E27FC236}">
                <a16:creationId xmlns:a16="http://schemas.microsoft.com/office/drawing/2014/main" id="{DD86B26B-331D-18D2-CE29-8237F8AF8260}"/>
              </a:ext>
            </a:extLst>
          </p:cNvPr>
          <p:cNvSpPr>
            <a:spLocks noGrp="1"/>
          </p:cNvSpPr>
          <p:nvPr>
            <p:ph idx="1"/>
          </p:nvPr>
        </p:nvSpPr>
        <p:spPr/>
        <p:txBody>
          <a:bodyPr/>
          <a:lstStyle/>
          <a:p>
            <a:r>
              <a:rPr lang="en-AT" dirty="0"/>
              <a:t>Handle large volumes of data</a:t>
            </a:r>
          </a:p>
          <a:p>
            <a:pPr lvl="1"/>
            <a:r>
              <a:rPr lang="en-GB" dirty="0"/>
              <a:t>In real-time</a:t>
            </a:r>
          </a:p>
          <a:p>
            <a:pPr lvl="1"/>
            <a:r>
              <a:rPr lang="en-GB" dirty="0"/>
              <a:t>Structured and unstructured data</a:t>
            </a:r>
          </a:p>
          <a:p>
            <a:r>
              <a:rPr lang="en-GB" dirty="0"/>
              <a:t>Elastic Stack</a:t>
            </a:r>
          </a:p>
          <a:p>
            <a:pPr lvl="1"/>
            <a:r>
              <a:rPr lang="en-GB" dirty="0"/>
              <a:t>Elasticsearch</a:t>
            </a:r>
          </a:p>
          <a:p>
            <a:pPr lvl="1"/>
            <a:r>
              <a:rPr lang="en-GB" dirty="0"/>
              <a:t>Kibana</a:t>
            </a:r>
          </a:p>
          <a:p>
            <a:pPr lvl="1"/>
            <a:r>
              <a:rPr lang="en-GB" dirty="0"/>
              <a:t>Beats</a:t>
            </a:r>
          </a:p>
          <a:p>
            <a:pPr lvl="1"/>
            <a:r>
              <a:rPr lang="en-GB" dirty="0"/>
              <a:t>Logstash</a:t>
            </a:r>
          </a:p>
          <a:p>
            <a:r>
              <a:rPr lang="en-GB" dirty="0"/>
              <a:t>Developed by Elastic NV</a:t>
            </a:r>
            <a:endParaRPr lang="en-AT" dirty="0"/>
          </a:p>
        </p:txBody>
      </p:sp>
    </p:spTree>
    <p:extLst>
      <p:ext uri="{BB962C8B-B14F-4D97-AF65-F5344CB8AC3E}">
        <p14:creationId xmlns:p14="http://schemas.microsoft.com/office/powerpoint/2010/main" val="2305061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64B2B-2AC2-EC83-DF2F-57198D9164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931212-F429-C1CE-7112-91003D13D632}"/>
              </a:ext>
            </a:extLst>
          </p:cNvPr>
          <p:cNvSpPr>
            <a:spLocks noGrp="1"/>
          </p:cNvSpPr>
          <p:nvPr>
            <p:ph type="title"/>
          </p:nvPr>
        </p:nvSpPr>
        <p:spPr/>
        <p:txBody>
          <a:bodyPr/>
          <a:lstStyle/>
          <a:p>
            <a:r>
              <a:rPr lang="en-AT" dirty="0"/>
              <a:t>Architecture</a:t>
            </a:r>
          </a:p>
        </p:txBody>
      </p:sp>
      <p:sp>
        <p:nvSpPr>
          <p:cNvPr id="3" name="Content Placeholder 2">
            <a:extLst>
              <a:ext uri="{FF2B5EF4-FFF2-40B4-BE49-F238E27FC236}">
                <a16:creationId xmlns:a16="http://schemas.microsoft.com/office/drawing/2014/main" id="{C9D21682-F41A-DB7E-C9F5-5103991B6BE7}"/>
              </a:ext>
            </a:extLst>
          </p:cNvPr>
          <p:cNvSpPr>
            <a:spLocks noGrp="1"/>
          </p:cNvSpPr>
          <p:nvPr>
            <p:ph sz="half" idx="1"/>
          </p:nvPr>
        </p:nvSpPr>
        <p:spPr/>
        <p:txBody>
          <a:bodyPr>
            <a:normAutofit/>
          </a:bodyPr>
          <a:lstStyle/>
          <a:p>
            <a:pPr marL="0" indent="0">
              <a:buNone/>
            </a:pPr>
            <a:endParaRPr lang="en-AT" dirty="0"/>
          </a:p>
          <a:p>
            <a:endParaRPr lang="en-AT" dirty="0"/>
          </a:p>
        </p:txBody>
      </p:sp>
      <p:sp>
        <p:nvSpPr>
          <p:cNvPr id="5" name="Content Placeholder 4">
            <a:extLst>
              <a:ext uri="{FF2B5EF4-FFF2-40B4-BE49-F238E27FC236}">
                <a16:creationId xmlns:a16="http://schemas.microsoft.com/office/drawing/2014/main" id="{501C44D5-0AC3-FD84-7402-DC1B9E8748CA}"/>
              </a:ext>
            </a:extLst>
          </p:cNvPr>
          <p:cNvSpPr>
            <a:spLocks noGrp="1"/>
          </p:cNvSpPr>
          <p:nvPr>
            <p:ph sz="half" idx="2"/>
          </p:nvPr>
        </p:nvSpPr>
        <p:spPr>
          <a:xfrm>
            <a:off x="375913" y="1690688"/>
            <a:ext cx="4623737" cy="1468438"/>
          </a:xfrm>
        </p:spPr>
        <p:txBody>
          <a:bodyPr>
            <a:normAutofit/>
          </a:bodyPr>
          <a:lstStyle/>
          <a:p>
            <a:pPr marL="0" indent="0">
              <a:buNone/>
            </a:pPr>
            <a:r>
              <a:rPr lang="en-AT" dirty="0">
                <a:solidFill>
                  <a:srgbClr val="00BFB3"/>
                </a:solidFill>
                <a:highlight>
                  <a:srgbClr val="FED20B"/>
                </a:highlight>
              </a:rPr>
              <a:t>Cluster</a:t>
            </a:r>
          </a:p>
          <a:p>
            <a:pPr marL="0" indent="0">
              <a:buNone/>
            </a:pPr>
            <a:r>
              <a:rPr lang="en-AT" dirty="0"/>
              <a:t>One ore more nodes working together</a:t>
            </a:r>
          </a:p>
        </p:txBody>
      </p:sp>
      <p:sp>
        <p:nvSpPr>
          <p:cNvPr id="6" name="Content Placeholder 4">
            <a:extLst>
              <a:ext uri="{FF2B5EF4-FFF2-40B4-BE49-F238E27FC236}">
                <a16:creationId xmlns:a16="http://schemas.microsoft.com/office/drawing/2014/main" id="{A9C382A8-50D6-44C2-AB37-9405B4C2314B}"/>
              </a:ext>
            </a:extLst>
          </p:cNvPr>
          <p:cNvSpPr txBox="1">
            <a:spLocks/>
          </p:cNvSpPr>
          <p:nvPr/>
        </p:nvSpPr>
        <p:spPr>
          <a:xfrm>
            <a:off x="375912" y="3267075"/>
            <a:ext cx="4623737" cy="14684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AT" dirty="0">
                <a:solidFill>
                  <a:srgbClr val="00BFB3"/>
                </a:solidFill>
                <a:highlight>
                  <a:srgbClr val="FED20B"/>
                </a:highlight>
              </a:rPr>
              <a:t>Node</a:t>
            </a:r>
          </a:p>
          <a:p>
            <a:pPr marL="0" indent="0">
              <a:buFont typeface="Arial" panose="020B0604020202020204" pitchFamily="34" charset="0"/>
              <a:buNone/>
            </a:pPr>
            <a:r>
              <a:rPr lang="en-AT" dirty="0"/>
              <a:t>Single Elasticsearch instance</a:t>
            </a:r>
          </a:p>
        </p:txBody>
      </p:sp>
      <p:sp>
        <p:nvSpPr>
          <p:cNvPr id="7" name="Content Placeholder 4">
            <a:extLst>
              <a:ext uri="{FF2B5EF4-FFF2-40B4-BE49-F238E27FC236}">
                <a16:creationId xmlns:a16="http://schemas.microsoft.com/office/drawing/2014/main" id="{FE6EB8A3-D9DD-DBD2-984B-EABF36B76E1B}"/>
              </a:ext>
            </a:extLst>
          </p:cNvPr>
          <p:cNvSpPr txBox="1">
            <a:spLocks/>
          </p:cNvSpPr>
          <p:nvPr/>
        </p:nvSpPr>
        <p:spPr>
          <a:xfrm>
            <a:off x="375913" y="4870320"/>
            <a:ext cx="4623737" cy="14684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AT" dirty="0">
                <a:solidFill>
                  <a:srgbClr val="00BFB3"/>
                </a:solidFill>
                <a:highlight>
                  <a:srgbClr val="FED20B"/>
                </a:highlight>
              </a:rPr>
              <a:t>Index</a:t>
            </a:r>
          </a:p>
          <a:p>
            <a:pPr marL="0" indent="0">
              <a:buFont typeface="Arial" panose="020B0604020202020204" pitchFamily="34" charset="0"/>
              <a:buNone/>
            </a:pPr>
            <a:r>
              <a:rPr lang="en-AT" dirty="0"/>
              <a:t>A collection of documents</a:t>
            </a:r>
          </a:p>
        </p:txBody>
      </p:sp>
      <p:sp>
        <p:nvSpPr>
          <p:cNvPr id="8" name="Content Placeholder 4">
            <a:extLst>
              <a:ext uri="{FF2B5EF4-FFF2-40B4-BE49-F238E27FC236}">
                <a16:creationId xmlns:a16="http://schemas.microsoft.com/office/drawing/2014/main" id="{3934146A-C41F-591E-5644-312BE827100D}"/>
              </a:ext>
            </a:extLst>
          </p:cNvPr>
          <p:cNvSpPr txBox="1">
            <a:spLocks/>
          </p:cNvSpPr>
          <p:nvPr/>
        </p:nvSpPr>
        <p:spPr>
          <a:xfrm>
            <a:off x="6019794" y="1609854"/>
            <a:ext cx="4623737" cy="14684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AT" dirty="0">
                <a:solidFill>
                  <a:srgbClr val="00BFB3"/>
                </a:solidFill>
                <a:highlight>
                  <a:srgbClr val="FED20B"/>
                </a:highlight>
              </a:rPr>
              <a:t>Document</a:t>
            </a:r>
          </a:p>
          <a:p>
            <a:pPr marL="0" indent="0">
              <a:buFont typeface="Arial" panose="020B0604020202020204" pitchFamily="34" charset="0"/>
              <a:buNone/>
            </a:pPr>
            <a:r>
              <a:rPr lang="en-AT" dirty="0"/>
              <a:t>JSON object</a:t>
            </a:r>
          </a:p>
        </p:txBody>
      </p:sp>
      <p:sp>
        <p:nvSpPr>
          <p:cNvPr id="9" name="Content Placeholder 4">
            <a:extLst>
              <a:ext uri="{FF2B5EF4-FFF2-40B4-BE49-F238E27FC236}">
                <a16:creationId xmlns:a16="http://schemas.microsoft.com/office/drawing/2014/main" id="{19D9AEDE-A00B-F34A-2601-5EEF66606BBE}"/>
              </a:ext>
            </a:extLst>
          </p:cNvPr>
          <p:cNvSpPr txBox="1">
            <a:spLocks/>
          </p:cNvSpPr>
          <p:nvPr/>
        </p:nvSpPr>
        <p:spPr>
          <a:xfrm>
            <a:off x="6019794" y="3078292"/>
            <a:ext cx="4623737" cy="14684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AT" dirty="0">
                <a:solidFill>
                  <a:srgbClr val="00BFB3"/>
                </a:solidFill>
                <a:highlight>
                  <a:srgbClr val="FED20B"/>
                </a:highlight>
              </a:rPr>
              <a:t>Shard</a:t>
            </a:r>
          </a:p>
          <a:p>
            <a:pPr marL="0" indent="0">
              <a:buFont typeface="Arial" panose="020B0604020202020204" pitchFamily="34" charset="0"/>
              <a:buNone/>
            </a:pPr>
            <a:r>
              <a:rPr lang="en-AT" dirty="0"/>
              <a:t>A subset of an index stored on a node, enable parallel processing</a:t>
            </a:r>
          </a:p>
        </p:txBody>
      </p:sp>
      <p:sp>
        <p:nvSpPr>
          <p:cNvPr id="10" name="Content Placeholder 4">
            <a:extLst>
              <a:ext uri="{FF2B5EF4-FFF2-40B4-BE49-F238E27FC236}">
                <a16:creationId xmlns:a16="http://schemas.microsoft.com/office/drawing/2014/main" id="{7540CDE6-A0BC-7C63-8B5C-4BF9AACC8E5B}"/>
              </a:ext>
            </a:extLst>
          </p:cNvPr>
          <p:cNvSpPr txBox="1">
            <a:spLocks/>
          </p:cNvSpPr>
          <p:nvPr/>
        </p:nvSpPr>
        <p:spPr>
          <a:xfrm>
            <a:off x="6019796" y="4708525"/>
            <a:ext cx="4623737" cy="14684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AT" dirty="0">
                <a:solidFill>
                  <a:srgbClr val="00BFB3"/>
                </a:solidFill>
                <a:highlight>
                  <a:srgbClr val="FED20B"/>
                </a:highlight>
              </a:rPr>
              <a:t>Replica</a:t>
            </a:r>
          </a:p>
          <a:p>
            <a:pPr marL="0" indent="0">
              <a:buFont typeface="Arial" panose="020B0604020202020204" pitchFamily="34" charset="0"/>
              <a:buNone/>
            </a:pPr>
            <a:r>
              <a:rPr lang="en-AT" dirty="0"/>
              <a:t>Copy of a shard</a:t>
            </a:r>
          </a:p>
        </p:txBody>
      </p:sp>
    </p:spTree>
    <p:extLst>
      <p:ext uri="{BB962C8B-B14F-4D97-AF65-F5344CB8AC3E}">
        <p14:creationId xmlns:p14="http://schemas.microsoft.com/office/powerpoint/2010/main" val="2060461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BEB778-05E3-5D59-4CA9-037196EA08B8}"/>
              </a:ext>
            </a:extLst>
          </p:cNvPr>
          <p:cNvSpPr txBox="1"/>
          <p:nvPr/>
        </p:nvSpPr>
        <p:spPr>
          <a:xfrm>
            <a:off x="1071154" y="1471749"/>
            <a:ext cx="184731" cy="369332"/>
          </a:xfrm>
          <a:prstGeom prst="rect">
            <a:avLst/>
          </a:prstGeom>
          <a:noFill/>
        </p:spPr>
        <p:txBody>
          <a:bodyPr wrap="none" rtlCol="0">
            <a:spAutoFit/>
          </a:bodyPr>
          <a:lstStyle/>
          <a:p>
            <a:endParaRPr lang="en-AT" dirty="0"/>
          </a:p>
        </p:txBody>
      </p:sp>
      <p:pic>
        <p:nvPicPr>
          <p:cNvPr id="3" name="Picture 2">
            <a:extLst>
              <a:ext uri="{FF2B5EF4-FFF2-40B4-BE49-F238E27FC236}">
                <a16:creationId xmlns:a16="http://schemas.microsoft.com/office/drawing/2014/main" id="{4C0430EE-B089-25B7-699E-5A8CD0D94EE2}"/>
              </a:ext>
            </a:extLst>
          </p:cNvPr>
          <p:cNvPicPr>
            <a:picLocks noChangeAspect="1"/>
          </p:cNvPicPr>
          <p:nvPr/>
        </p:nvPicPr>
        <p:blipFill>
          <a:blip r:embed="rId3"/>
          <a:stretch>
            <a:fillRect/>
          </a:stretch>
        </p:blipFill>
        <p:spPr>
          <a:xfrm>
            <a:off x="0" y="0"/>
            <a:ext cx="6601097" cy="6774570"/>
          </a:xfrm>
          <a:prstGeom prst="rect">
            <a:avLst/>
          </a:prstGeom>
        </p:spPr>
      </p:pic>
    </p:spTree>
    <p:extLst>
      <p:ext uri="{BB962C8B-B14F-4D97-AF65-F5344CB8AC3E}">
        <p14:creationId xmlns:p14="http://schemas.microsoft.com/office/powerpoint/2010/main" val="3520412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8AF39-75B6-DC60-0A21-73291B7D2E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0132DB-DB81-D7D2-FA75-BD461E76B4C8}"/>
              </a:ext>
            </a:extLst>
          </p:cNvPr>
          <p:cNvSpPr>
            <a:spLocks noGrp="1"/>
          </p:cNvSpPr>
          <p:nvPr>
            <p:ph type="title"/>
          </p:nvPr>
        </p:nvSpPr>
        <p:spPr/>
        <p:txBody>
          <a:bodyPr/>
          <a:lstStyle/>
          <a:p>
            <a:r>
              <a:rPr lang="en-AT" dirty="0"/>
              <a:t>Key features</a:t>
            </a:r>
          </a:p>
        </p:txBody>
      </p:sp>
      <p:sp>
        <p:nvSpPr>
          <p:cNvPr id="3" name="Content Placeholder 2">
            <a:extLst>
              <a:ext uri="{FF2B5EF4-FFF2-40B4-BE49-F238E27FC236}">
                <a16:creationId xmlns:a16="http://schemas.microsoft.com/office/drawing/2014/main" id="{08EB611F-9F30-6C0C-4B2F-7397F07A96D8}"/>
              </a:ext>
            </a:extLst>
          </p:cNvPr>
          <p:cNvSpPr>
            <a:spLocks noGrp="1"/>
          </p:cNvSpPr>
          <p:nvPr>
            <p:ph idx="1"/>
          </p:nvPr>
        </p:nvSpPr>
        <p:spPr/>
        <p:txBody>
          <a:bodyPr/>
          <a:lstStyle/>
          <a:p>
            <a:r>
              <a:rPr lang="en-AT" dirty="0"/>
              <a:t>Distributed and Scaleable</a:t>
            </a:r>
          </a:p>
          <a:p>
            <a:r>
              <a:rPr lang="en-AT" dirty="0"/>
              <a:t>Real-Time Data Analysis</a:t>
            </a:r>
          </a:p>
          <a:p>
            <a:r>
              <a:rPr lang="en-AT" dirty="0"/>
              <a:t>Full-Text Search</a:t>
            </a:r>
          </a:p>
          <a:p>
            <a:r>
              <a:rPr lang="en-AT" dirty="0"/>
              <a:t>RESTful API</a:t>
            </a:r>
          </a:p>
          <a:p>
            <a:r>
              <a:rPr lang="en-AT" dirty="0"/>
              <a:t>Schemaless</a:t>
            </a:r>
          </a:p>
          <a:p>
            <a:endParaRPr lang="en-AT" dirty="0"/>
          </a:p>
        </p:txBody>
      </p:sp>
    </p:spTree>
    <p:extLst>
      <p:ext uri="{BB962C8B-B14F-4D97-AF65-F5344CB8AC3E}">
        <p14:creationId xmlns:p14="http://schemas.microsoft.com/office/powerpoint/2010/main" val="635851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5CF85-E07B-700C-7411-5EDA9FE78D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8F2F72-FB45-7E3B-58A6-59EDFB454BBF}"/>
              </a:ext>
            </a:extLst>
          </p:cNvPr>
          <p:cNvSpPr>
            <a:spLocks noGrp="1"/>
          </p:cNvSpPr>
          <p:nvPr>
            <p:ph type="title"/>
          </p:nvPr>
        </p:nvSpPr>
        <p:spPr/>
        <p:txBody>
          <a:bodyPr/>
          <a:lstStyle/>
          <a:p>
            <a:r>
              <a:rPr lang="en-AT" dirty="0"/>
              <a:t>How does it work</a:t>
            </a:r>
          </a:p>
        </p:txBody>
      </p:sp>
      <p:sp>
        <p:nvSpPr>
          <p:cNvPr id="3" name="Content Placeholder 2">
            <a:extLst>
              <a:ext uri="{FF2B5EF4-FFF2-40B4-BE49-F238E27FC236}">
                <a16:creationId xmlns:a16="http://schemas.microsoft.com/office/drawing/2014/main" id="{28B41B2A-8BD1-3620-F66F-000D059E6569}"/>
              </a:ext>
            </a:extLst>
          </p:cNvPr>
          <p:cNvSpPr>
            <a:spLocks noGrp="1"/>
          </p:cNvSpPr>
          <p:nvPr>
            <p:ph idx="1"/>
          </p:nvPr>
        </p:nvSpPr>
        <p:spPr/>
        <p:txBody>
          <a:bodyPr/>
          <a:lstStyle/>
          <a:p>
            <a:r>
              <a:rPr lang="en-AT" b="1" dirty="0"/>
              <a:t>Indexing</a:t>
            </a:r>
          </a:p>
          <a:p>
            <a:pPr lvl="1"/>
            <a:r>
              <a:rPr lang="en-AT" dirty="0"/>
              <a:t>Data is analysed </a:t>
            </a:r>
            <a:r>
              <a:rPr lang="en-AT" dirty="0">
                <a:sym typeface="Wingdings" pitchFamily="2" charset="2"/>
              </a:rPr>
              <a:t> tokenized  stored in inverted index</a:t>
            </a:r>
          </a:p>
          <a:p>
            <a:pPr lvl="1"/>
            <a:endParaRPr lang="en-AT" dirty="0">
              <a:sym typeface="Wingdings" pitchFamily="2" charset="2"/>
            </a:endParaRPr>
          </a:p>
          <a:p>
            <a:pPr lvl="1"/>
            <a:endParaRPr lang="en-AT" dirty="0">
              <a:sym typeface="Wingdings" pitchFamily="2" charset="2"/>
            </a:endParaRPr>
          </a:p>
          <a:p>
            <a:pPr lvl="1"/>
            <a:endParaRPr lang="en-AT" dirty="0">
              <a:sym typeface="Wingdings" pitchFamily="2" charset="2"/>
            </a:endParaRPr>
          </a:p>
          <a:p>
            <a:pPr lvl="1"/>
            <a:endParaRPr lang="en-AT" dirty="0">
              <a:sym typeface="Wingdings" pitchFamily="2" charset="2"/>
            </a:endParaRPr>
          </a:p>
          <a:p>
            <a:pPr lvl="1"/>
            <a:endParaRPr lang="en-AT" dirty="0">
              <a:sym typeface="Wingdings" pitchFamily="2" charset="2"/>
            </a:endParaRPr>
          </a:p>
          <a:p>
            <a:pPr lvl="1"/>
            <a:r>
              <a:rPr lang="en-AT" dirty="0">
                <a:sym typeface="Wingdings" pitchFamily="2" charset="2"/>
              </a:rPr>
              <a:t>Instant lookups without scanning every record</a:t>
            </a:r>
            <a:endParaRPr lang="en-AT" dirty="0"/>
          </a:p>
          <a:p>
            <a:endParaRPr lang="en-AT" dirty="0"/>
          </a:p>
        </p:txBody>
      </p:sp>
      <p:grpSp>
        <p:nvGrpSpPr>
          <p:cNvPr id="11" name="Group 10">
            <a:extLst>
              <a:ext uri="{FF2B5EF4-FFF2-40B4-BE49-F238E27FC236}">
                <a16:creationId xmlns:a16="http://schemas.microsoft.com/office/drawing/2014/main" id="{C2472689-7A41-A70C-5E9C-CDCB03381588}"/>
              </a:ext>
            </a:extLst>
          </p:cNvPr>
          <p:cNvGrpSpPr/>
          <p:nvPr/>
        </p:nvGrpSpPr>
        <p:grpSpPr>
          <a:xfrm>
            <a:off x="251150" y="3072809"/>
            <a:ext cx="3013046" cy="712381"/>
            <a:chOff x="251149" y="3306726"/>
            <a:chExt cx="3461657" cy="826735"/>
          </a:xfrm>
        </p:grpSpPr>
        <p:sp>
          <p:nvSpPr>
            <p:cNvPr id="10" name="Rectangle 9">
              <a:extLst>
                <a:ext uri="{FF2B5EF4-FFF2-40B4-BE49-F238E27FC236}">
                  <a16:creationId xmlns:a16="http://schemas.microsoft.com/office/drawing/2014/main" id="{7CDBC851-880E-EACC-7E51-2912EACCF5E0}"/>
                </a:ext>
              </a:extLst>
            </p:cNvPr>
            <p:cNvSpPr/>
            <p:nvPr/>
          </p:nvSpPr>
          <p:spPr>
            <a:xfrm>
              <a:off x="251149" y="3306726"/>
              <a:ext cx="3461657" cy="826735"/>
            </a:xfrm>
            <a:prstGeom prst="rect">
              <a:avLst/>
            </a:prstGeom>
            <a:solidFill>
              <a:srgbClr val="00BF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pic>
          <p:nvPicPr>
            <p:cNvPr id="7" name="Picture 6">
              <a:extLst>
                <a:ext uri="{FF2B5EF4-FFF2-40B4-BE49-F238E27FC236}">
                  <a16:creationId xmlns:a16="http://schemas.microsoft.com/office/drawing/2014/main" id="{E1D9A5AF-BA1F-16E8-8A10-17FCC7E07E7B}"/>
                </a:ext>
              </a:extLst>
            </p:cNvPr>
            <p:cNvPicPr>
              <a:picLocks noChangeAspect="1"/>
            </p:cNvPicPr>
            <p:nvPr/>
          </p:nvPicPr>
          <p:blipFill>
            <a:blip r:embed="rId3"/>
            <a:stretch>
              <a:fillRect/>
            </a:stretch>
          </p:blipFill>
          <p:spPr>
            <a:xfrm>
              <a:off x="334347" y="3387308"/>
              <a:ext cx="3295260" cy="647945"/>
            </a:xfrm>
            <a:prstGeom prst="rect">
              <a:avLst/>
            </a:prstGeom>
          </p:spPr>
        </p:pic>
      </p:grpSp>
      <p:sp>
        <p:nvSpPr>
          <p:cNvPr id="12" name="Rectangle 11">
            <a:extLst>
              <a:ext uri="{FF2B5EF4-FFF2-40B4-BE49-F238E27FC236}">
                <a16:creationId xmlns:a16="http://schemas.microsoft.com/office/drawing/2014/main" id="{5704C072-59A8-AEFE-45B6-284B7BBD56D5}"/>
              </a:ext>
            </a:extLst>
          </p:cNvPr>
          <p:cNvSpPr/>
          <p:nvPr/>
        </p:nvSpPr>
        <p:spPr>
          <a:xfrm>
            <a:off x="3494675" y="3072809"/>
            <a:ext cx="3355829" cy="712382"/>
          </a:xfrm>
          <a:prstGeom prst="rect">
            <a:avLst/>
          </a:prstGeom>
          <a:solidFill>
            <a:srgbClr val="00BF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dirty="0"/>
          </a:p>
        </p:txBody>
      </p:sp>
      <p:grpSp>
        <p:nvGrpSpPr>
          <p:cNvPr id="25" name="Group 24">
            <a:extLst>
              <a:ext uri="{FF2B5EF4-FFF2-40B4-BE49-F238E27FC236}">
                <a16:creationId xmlns:a16="http://schemas.microsoft.com/office/drawing/2014/main" id="{A92F3C1E-8B2D-79AD-95FA-84F25EBD56AD}"/>
              </a:ext>
            </a:extLst>
          </p:cNvPr>
          <p:cNvGrpSpPr/>
          <p:nvPr/>
        </p:nvGrpSpPr>
        <p:grpSpPr>
          <a:xfrm>
            <a:off x="7034164" y="2771844"/>
            <a:ext cx="2645879" cy="1522638"/>
            <a:chOff x="6964959" y="3994588"/>
            <a:chExt cx="2645879" cy="1522638"/>
          </a:xfrm>
        </p:grpSpPr>
        <p:sp>
          <p:nvSpPr>
            <p:cNvPr id="23" name="Rectangle 22">
              <a:extLst>
                <a:ext uri="{FF2B5EF4-FFF2-40B4-BE49-F238E27FC236}">
                  <a16:creationId xmlns:a16="http://schemas.microsoft.com/office/drawing/2014/main" id="{AD736C13-2413-9561-0668-08F3D0D24DEE}"/>
                </a:ext>
              </a:extLst>
            </p:cNvPr>
            <p:cNvSpPr/>
            <p:nvPr/>
          </p:nvSpPr>
          <p:spPr>
            <a:xfrm>
              <a:off x="6964959" y="3994588"/>
              <a:ext cx="2645879" cy="1522638"/>
            </a:xfrm>
            <a:prstGeom prst="rect">
              <a:avLst/>
            </a:prstGeom>
            <a:solidFill>
              <a:srgbClr val="00BF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dirty="0"/>
            </a:p>
          </p:txBody>
        </p:sp>
        <p:pic>
          <p:nvPicPr>
            <p:cNvPr id="24" name="Picture 23">
              <a:extLst>
                <a:ext uri="{FF2B5EF4-FFF2-40B4-BE49-F238E27FC236}">
                  <a16:creationId xmlns:a16="http://schemas.microsoft.com/office/drawing/2014/main" id="{A0677A90-797C-7C1F-2BF1-82B5EEFFA5AA}"/>
                </a:ext>
              </a:extLst>
            </p:cNvPr>
            <p:cNvPicPr>
              <a:picLocks noChangeAspect="1"/>
            </p:cNvPicPr>
            <p:nvPr/>
          </p:nvPicPr>
          <p:blipFill>
            <a:blip r:embed="rId4"/>
            <a:stretch>
              <a:fillRect/>
            </a:stretch>
          </p:blipFill>
          <p:spPr>
            <a:xfrm>
              <a:off x="7011321" y="4099888"/>
              <a:ext cx="2553153" cy="1312037"/>
            </a:xfrm>
            <a:prstGeom prst="rect">
              <a:avLst/>
            </a:prstGeom>
          </p:spPr>
        </p:pic>
      </p:grpSp>
      <p:pic>
        <p:nvPicPr>
          <p:cNvPr id="5" name="Picture 4">
            <a:extLst>
              <a:ext uri="{FF2B5EF4-FFF2-40B4-BE49-F238E27FC236}">
                <a16:creationId xmlns:a16="http://schemas.microsoft.com/office/drawing/2014/main" id="{3FBDF86E-2174-CF34-E191-82A30BE8D9C1}"/>
              </a:ext>
            </a:extLst>
          </p:cNvPr>
          <p:cNvPicPr>
            <a:picLocks noChangeAspect="1"/>
          </p:cNvPicPr>
          <p:nvPr/>
        </p:nvPicPr>
        <p:blipFill>
          <a:blip r:embed="rId5"/>
          <a:stretch>
            <a:fillRect/>
          </a:stretch>
        </p:blipFill>
        <p:spPr>
          <a:xfrm>
            <a:off x="3549779" y="3170889"/>
            <a:ext cx="3181489" cy="487118"/>
          </a:xfrm>
          <a:prstGeom prst="rect">
            <a:avLst/>
          </a:prstGeom>
        </p:spPr>
      </p:pic>
    </p:spTree>
    <p:extLst>
      <p:ext uri="{BB962C8B-B14F-4D97-AF65-F5344CB8AC3E}">
        <p14:creationId xmlns:p14="http://schemas.microsoft.com/office/powerpoint/2010/main" val="2117688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p:tgtEl>
                                          <p:spTgt spid="3">
                                            <p:txEl>
                                              <p:pRg st="1" end="1"/>
                                            </p:txEl>
                                          </p:spTgt>
                                        </p:tgtEl>
                                        <p:attrNameLst>
                                          <p:attrName>ppt_y</p:attrName>
                                        </p:attrNameLst>
                                      </p:cBhvr>
                                      <p:tavLst>
                                        <p:tav tm="0">
                                          <p:val>
                                            <p:strVal val="#ppt_y+#ppt_h*1.125000"/>
                                          </p:val>
                                        </p:tav>
                                        <p:tav tm="100000">
                                          <p:val>
                                            <p:strVal val="#ppt_y"/>
                                          </p:val>
                                        </p:tav>
                                      </p:tavLst>
                                    </p:anim>
                                    <p:animEffect transition="in" filter="wipe(up)">
                                      <p:cBhvr>
                                        <p:cTn id="13" dur="500"/>
                                        <p:tgtEl>
                                          <p:spTgt spid="3">
                                            <p:txEl>
                                              <p:pRg st="1" end="1"/>
                                            </p:txEl>
                                          </p:spTgt>
                                        </p:tgtEl>
                                      </p:cBhvr>
                                    </p:animEffect>
                                  </p:childTnLst>
                                </p:cTn>
                              </p:par>
                            </p:childTnLst>
                          </p:cTn>
                        </p:par>
                        <p:par>
                          <p:cTn id="14" fill="hold">
                            <p:stCondLst>
                              <p:cond delay="500"/>
                            </p:stCondLst>
                            <p:childTnLst>
                              <p:par>
                                <p:cTn id="15" presetID="2" presetClass="entr" presetSubtype="4" fill="hold" nodeType="after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anim calcmode="lin" valueType="num">
                                      <p:cBhvr additive="base">
                                        <p:cTn id="1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8BE6DE9-5604-5267-065F-C7B04FA325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06466A-74F4-09F4-F537-346D6C7CE7A9}"/>
              </a:ext>
            </a:extLst>
          </p:cNvPr>
          <p:cNvSpPr>
            <a:spLocks noGrp="1"/>
          </p:cNvSpPr>
          <p:nvPr>
            <p:ph type="title"/>
          </p:nvPr>
        </p:nvSpPr>
        <p:spPr/>
        <p:txBody>
          <a:bodyPr/>
          <a:lstStyle/>
          <a:p>
            <a:r>
              <a:rPr lang="en-AT" dirty="0"/>
              <a:t>How does it work</a:t>
            </a:r>
          </a:p>
        </p:txBody>
      </p:sp>
      <p:sp>
        <p:nvSpPr>
          <p:cNvPr id="3" name="Content Placeholder 2">
            <a:extLst>
              <a:ext uri="{FF2B5EF4-FFF2-40B4-BE49-F238E27FC236}">
                <a16:creationId xmlns:a16="http://schemas.microsoft.com/office/drawing/2014/main" id="{28EC7F02-D29B-9C3C-5C30-A23A3798E072}"/>
              </a:ext>
            </a:extLst>
          </p:cNvPr>
          <p:cNvSpPr>
            <a:spLocks noGrp="1"/>
          </p:cNvSpPr>
          <p:nvPr>
            <p:ph idx="1"/>
          </p:nvPr>
        </p:nvSpPr>
        <p:spPr/>
        <p:txBody>
          <a:bodyPr/>
          <a:lstStyle/>
          <a:p>
            <a:r>
              <a:rPr lang="en-AT" b="1" dirty="0"/>
              <a:t>Querying</a:t>
            </a:r>
          </a:p>
          <a:p>
            <a:pPr lvl="1"/>
            <a:r>
              <a:rPr lang="en-AT" dirty="0"/>
              <a:t>Client send JSON-based Query DSL request via REST API</a:t>
            </a:r>
          </a:p>
          <a:p>
            <a:pPr lvl="1"/>
            <a:r>
              <a:rPr lang="en-AT" dirty="0"/>
              <a:t>Full-text match, fuzzy, bool, range, geo and aggregation queries</a:t>
            </a:r>
          </a:p>
        </p:txBody>
      </p:sp>
      <p:pic>
        <p:nvPicPr>
          <p:cNvPr id="4" name="Picture 3">
            <a:extLst>
              <a:ext uri="{FF2B5EF4-FFF2-40B4-BE49-F238E27FC236}">
                <a16:creationId xmlns:a16="http://schemas.microsoft.com/office/drawing/2014/main" id="{21925FC9-D62F-CCF3-3ACF-0341D0A831BF}"/>
              </a:ext>
            </a:extLst>
          </p:cNvPr>
          <p:cNvPicPr>
            <a:picLocks noChangeAspect="1"/>
          </p:cNvPicPr>
          <p:nvPr/>
        </p:nvPicPr>
        <p:blipFill>
          <a:blip r:embed="rId3"/>
          <a:stretch>
            <a:fillRect/>
          </a:stretch>
        </p:blipFill>
        <p:spPr>
          <a:xfrm>
            <a:off x="838200" y="3256128"/>
            <a:ext cx="7311936" cy="2613043"/>
          </a:xfrm>
          <a:prstGeom prst="rect">
            <a:avLst/>
          </a:prstGeom>
        </p:spPr>
      </p:pic>
    </p:spTree>
    <p:extLst>
      <p:ext uri="{BB962C8B-B14F-4D97-AF65-F5344CB8AC3E}">
        <p14:creationId xmlns:p14="http://schemas.microsoft.com/office/powerpoint/2010/main" val="620670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4B2B20B-3DEC-9217-4354-AA82BA6C28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93BFEF-7E89-0A91-5B6B-F228A46DB0DC}"/>
              </a:ext>
            </a:extLst>
          </p:cNvPr>
          <p:cNvSpPr>
            <a:spLocks noGrp="1"/>
          </p:cNvSpPr>
          <p:nvPr>
            <p:ph type="title"/>
          </p:nvPr>
        </p:nvSpPr>
        <p:spPr/>
        <p:txBody>
          <a:bodyPr/>
          <a:lstStyle/>
          <a:p>
            <a:r>
              <a:rPr lang="en-AT" dirty="0"/>
              <a:t>How does it work</a:t>
            </a:r>
          </a:p>
        </p:txBody>
      </p:sp>
      <p:sp>
        <p:nvSpPr>
          <p:cNvPr id="3" name="Content Placeholder 2">
            <a:extLst>
              <a:ext uri="{FF2B5EF4-FFF2-40B4-BE49-F238E27FC236}">
                <a16:creationId xmlns:a16="http://schemas.microsoft.com/office/drawing/2014/main" id="{910646B5-1CC7-DEFE-48BF-9E01221E6336}"/>
              </a:ext>
            </a:extLst>
          </p:cNvPr>
          <p:cNvSpPr>
            <a:spLocks noGrp="1"/>
          </p:cNvSpPr>
          <p:nvPr>
            <p:ph idx="1"/>
          </p:nvPr>
        </p:nvSpPr>
        <p:spPr/>
        <p:txBody>
          <a:bodyPr/>
          <a:lstStyle/>
          <a:p>
            <a:r>
              <a:rPr lang="en-AT" b="1" dirty="0"/>
              <a:t>Sharding and Replication</a:t>
            </a:r>
          </a:p>
          <a:p>
            <a:pPr lvl="1"/>
            <a:r>
              <a:rPr lang="en-AT" dirty="0"/>
              <a:t>An Index split into shards distributed across nodes</a:t>
            </a:r>
          </a:p>
          <a:p>
            <a:pPr lvl="1"/>
            <a:r>
              <a:rPr lang="en-AT" dirty="0"/>
              <a:t>Replicas of shard as backup</a:t>
            </a:r>
          </a:p>
          <a:p>
            <a:r>
              <a:rPr lang="en-AT" b="1" dirty="0"/>
              <a:t>Distributed Search</a:t>
            </a:r>
          </a:p>
          <a:p>
            <a:pPr lvl="1"/>
            <a:r>
              <a:rPr lang="en-AT" dirty="0"/>
              <a:t>ES communicates with all nodes in the cluster to fetch all relevant data</a:t>
            </a:r>
          </a:p>
          <a:p>
            <a:pPr lvl="1"/>
            <a:r>
              <a:rPr lang="en-AT" dirty="0"/>
              <a:t>Node requests are parrallel and the results are merged together</a:t>
            </a:r>
          </a:p>
        </p:txBody>
      </p:sp>
    </p:spTree>
    <p:extLst>
      <p:ext uri="{BB962C8B-B14F-4D97-AF65-F5344CB8AC3E}">
        <p14:creationId xmlns:p14="http://schemas.microsoft.com/office/powerpoint/2010/main" val="5441733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228D6-31B1-07E6-520F-37294ED8F2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B82D02-E8C8-5979-CAB1-CEE7C5B9F85A}"/>
              </a:ext>
            </a:extLst>
          </p:cNvPr>
          <p:cNvSpPr>
            <a:spLocks noGrp="1"/>
          </p:cNvSpPr>
          <p:nvPr>
            <p:ph type="title"/>
          </p:nvPr>
        </p:nvSpPr>
        <p:spPr/>
        <p:txBody>
          <a:bodyPr/>
          <a:lstStyle/>
          <a:p>
            <a:r>
              <a:rPr lang="en-AT" dirty="0"/>
              <a:t>Query Language &amp; API</a:t>
            </a:r>
          </a:p>
        </p:txBody>
      </p:sp>
      <p:sp>
        <p:nvSpPr>
          <p:cNvPr id="3" name="Content Placeholder 2">
            <a:extLst>
              <a:ext uri="{FF2B5EF4-FFF2-40B4-BE49-F238E27FC236}">
                <a16:creationId xmlns:a16="http://schemas.microsoft.com/office/drawing/2014/main" id="{FEA99B1F-6DFD-C149-C1C4-04BBBD5B085E}"/>
              </a:ext>
            </a:extLst>
          </p:cNvPr>
          <p:cNvSpPr>
            <a:spLocks noGrp="1"/>
          </p:cNvSpPr>
          <p:nvPr>
            <p:ph idx="1"/>
          </p:nvPr>
        </p:nvSpPr>
        <p:spPr/>
        <p:txBody>
          <a:bodyPr/>
          <a:lstStyle/>
          <a:p>
            <a:r>
              <a:rPr lang="en-AT" b="1" dirty="0"/>
              <a:t>RESTful API</a:t>
            </a:r>
          </a:p>
          <a:p>
            <a:pPr lvl="1"/>
            <a:r>
              <a:rPr lang="en-AT" dirty="0"/>
              <a:t>Operation carried out via HTTP Request (GET, POST, PUT, DELETE)</a:t>
            </a:r>
          </a:p>
          <a:p>
            <a:r>
              <a:rPr lang="en-AT" b="1" dirty="0"/>
              <a:t>Query DSL</a:t>
            </a:r>
          </a:p>
          <a:p>
            <a:pPr lvl="1"/>
            <a:r>
              <a:rPr lang="en-AT" dirty="0"/>
              <a:t>JSON domain-specific language for building queries</a:t>
            </a:r>
          </a:p>
          <a:p>
            <a:pPr lvl="1"/>
            <a:r>
              <a:rPr lang="en-AT" dirty="0"/>
              <a:t>Types: </a:t>
            </a:r>
            <a:r>
              <a:rPr lang="en-AT" b="1" dirty="0"/>
              <a:t>match</a:t>
            </a:r>
            <a:r>
              <a:rPr lang="en-AT" dirty="0"/>
              <a:t> (full-text), </a:t>
            </a:r>
            <a:r>
              <a:rPr lang="en-AT" b="1" dirty="0"/>
              <a:t>term</a:t>
            </a:r>
            <a:r>
              <a:rPr lang="en-AT" dirty="0"/>
              <a:t> (exact), </a:t>
            </a:r>
            <a:r>
              <a:rPr lang="en-AT" b="1" dirty="0"/>
              <a:t>bool</a:t>
            </a:r>
            <a:r>
              <a:rPr lang="en-AT" dirty="0"/>
              <a:t> ( compound), </a:t>
            </a:r>
            <a:r>
              <a:rPr lang="en-AT" b="1" dirty="0"/>
              <a:t>range</a:t>
            </a:r>
            <a:r>
              <a:rPr lang="en-AT" dirty="0"/>
              <a:t> (numeric, date), </a:t>
            </a:r>
            <a:r>
              <a:rPr lang="en-AT" b="1" dirty="0"/>
              <a:t>fuzzy</a:t>
            </a:r>
            <a:r>
              <a:rPr lang="en-AT" dirty="0"/>
              <a:t> and </a:t>
            </a:r>
            <a:r>
              <a:rPr lang="en-AT" b="1" dirty="0"/>
              <a:t>aggs </a:t>
            </a:r>
            <a:r>
              <a:rPr lang="en-AT" dirty="0"/>
              <a:t>(aggreagation)</a:t>
            </a:r>
            <a:endParaRPr lang="en-AT" b="1" dirty="0"/>
          </a:p>
          <a:p>
            <a:endParaRPr lang="en-AT" dirty="0"/>
          </a:p>
        </p:txBody>
      </p:sp>
      <p:pic>
        <p:nvPicPr>
          <p:cNvPr id="6" name="Picture 5">
            <a:extLst>
              <a:ext uri="{FF2B5EF4-FFF2-40B4-BE49-F238E27FC236}">
                <a16:creationId xmlns:a16="http://schemas.microsoft.com/office/drawing/2014/main" id="{7AE6EA4D-8EFC-6B0A-7623-0882F103D034}"/>
              </a:ext>
            </a:extLst>
          </p:cNvPr>
          <p:cNvPicPr>
            <a:picLocks noChangeAspect="1"/>
          </p:cNvPicPr>
          <p:nvPr/>
        </p:nvPicPr>
        <p:blipFill>
          <a:blip r:embed="rId3"/>
          <a:stretch>
            <a:fillRect/>
          </a:stretch>
        </p:blipFill>
        <p:spPr>
          <a:xfrm>
            <a:off x="254610" y="4500317"/>
            <a:ext cx="2525914" cy="1882521"/>
          </a:xfrm>
          <a:prstGeom prst="rect">
            <a:avLst/>
          </a:prstGeom>
        </p:spPr>
      </p:pic>
      <p:pic>
        <p:nvPicPr>
          <p:cNvPr id="4" name="Picture 3">
            <a:extLst>
              <a:ext uri="{FF2B5EF4-FFF2-40B4-BE49-F238E27FC236}">
                <a16:creationId xmlns:a16="http://schemas.microsoft.com/office/drawing/2014/main" id="{8BAF6F75-D8EB-5097-4DA9-51FD066A5729}"/>
              </a:ext>
            </a:extLst>
          </p:cNvPr>
          <p:cNvPicPr>
            <a:picLocks noChangeAspect="1"/>
          </p:cNvPicPr>
          <p:nvPr/>
        </p:nvPicPr>
        <p:blipFill>
          <a:blip r:embed="rId4"/>
          <a:stretch>
            <a:fillRect/>
          </a:stretch>
        </p:blipFill>
        <p:spPr>
          <a:xfrm>
            <a:off x="3183157" y="4410968"/>
            <a:ext cx="5825686" cy="2081907"/>
          </a:xfrm>
          <a:prstGeom prst="rect">
            <a:avLst/>
          </a:prstGeom>
        </p:spPr>
      </p:pic>
    </p:spTree>
    <p:extLst>
      <p:ext uri="{BB962C8B-B14F-4D97-AF65-F5344CB8AC3E}">
        <p14:creationId xmlns:p14="http://schemas.microsoft.com/office/powerpoint/2010/main" val="2606651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6A573-1AC3-D042-0B50-81529EE27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ED723F-C4A8-951A-187D-4B4CE4CC4A71}"/>
              </a:ext>
            </a:extLst>
          </p:cNvPr>
          <p:cNvSpPr>
            <a:spLocks noGrp="1"/>
          </p:cNvSpPr>
          <p:nvPr>
            <p:ph type="title"/>
          </p:nvPr>
        </p:nvSpPr>
        <p:spPr/>
        <p:txBody>
          <a:bodyPr/>
          <a:lstStyle/>
          <a:p>
            <a:r>
              <a:rPr lang="en-AT" dirty="0"/>
              <a:t>Query Language &amp; API</a:t>
            </a:r>
          </a:p>
        </p:txBody>
      </p:sp>
      <p:pic>
        <p:nvPicPr>
          <p:cNvPr id="4" name="Content Placeholder 3">
            <a:extLst>
              <a:ext uri="{FF2B5EF4-FFF2-40B4-BE49-F238E27FC236}">
                <a16:creationId xmlns:a16="http://schemas.microsoft.com/office/drawing/2014/main" id="{4AEF158B-5C4E-5939-D936-A8218FEB23BD}"/>
              </a:ext>
            </a:extLst>
          </p:cNvPr>
          <p:cNvPicPr>
            <a:picLocks noGrp="1" noChangeAspect="1"/>
          </p:cNvPicPr>
          <p:nvPr>
            <p:ph idx="1"/>
          </p:nvPr>
        </p:nvPicPr>
        <p:blipFill>
          <a:blip r:embed="rId3"/>
          <a:stretch>
            <a:fillRect/>
          </a:stretch>
        </p:blipFill>
        <p:spPr>
          <a:xfrm>
            <a:off x="3970079" y="1690688"/>
            <a:ext cx="2675269" cy="5073224"/>
          </a:xfrm>
          <a:prstGeom prst="rect">
            <a:avLst/>
          </a:prstGeom>
        </p:spPr>
      </p:pic>
    </p:spTree>
    <p:extLst>
      <p:ext uri="{BB962C8B-B14F-4D97-AF65-F5344CB8AC3E}">
        <p14:creationId xmlns:p14="http://schemas.microsoft.com/office/powerpoint/2010/main" val="3900156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5DA51-6F69-6DCC-3408-D8DE54DFF9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D2EA0-789F-CFA0-2CD6-178F567FFBDA}"/>
              </a:ext>
            </a:extLst>
          </p:cNvPr>
          <p:cNvSpPr>
            <a:spLocks noGrp="1"/>
          </p:cNvSpPr>
          <p:nvPr>
            <p:ph type="title"/>
          </p:nvPr>
        </p:nvSpPr>
        <p:spPr/>
        <p:txBody>
          <a:bodyPr/>
          <a:lstStyle/>
          <a:p>
            <a:r>
              <a:rPr lang="en-AT" dirty="0"/>
              <a:t>Usecases</a:t>
            </a:r>
          </a:p>
        </p:txBody>
      </p:sp>
      <p:sp>
        <p:nvSpPr>
          <p:cNvPr id="3" name="Content Placeholder 2">
            <a:extLst>
              <a:ext uri="{FF2B5EF4-FFF2-40B4-BE49-F238E27FC236}">
                <a16:creationId xmlns:a16="http://schemas.microsoft.com/office/drawing/2014/main" id="{FC178D33-E7F1-F23A-7FC9-24A90C432238}"/>
              </a:ext>
            </a:extLst>
          </p:cNvPr>
          <p:cNvSpPr>
            <a:spLocks noGrp="1"/>
          </p:cNvSpPr>
          <p:nvPr>
            <p:ph idx="1"/>
          </p:nvPr>
        </p:nvSpPr>
        <p:spPr/>
        <p:txBody>
          <a:bodyPr/>
          <a:lstStyle/>
          <a:p>
            <a:r>
              <a:rPr lang="en-AT" dirty="0"/>
              <a:t>Application with search functionality</a:t>
            </a:r>
          </a:p>
          <a:p>
            <a:pPr lvl="1"/>
            <a:r>
              <a:rPr lang="en-AT" dirty="0"/>
              <a:t>Blog posts, Product catalogs, log files, …</a:t>
            </a:r>
          </a:p>
          <a:p>
            <a:r>
              <a:rPr lang="en-AT" dirty="0"/>
              <a:t>Log and Event Data Analysis</a:t>
            </a:r>
          </a:p>
          <a:p>
            <a:pPr lvl="1"/>
            <a:r>
              <a:rPr lang="en-GB" dirty="0"/>
              <a:t>R</a:t>
            </a:r>
            <a:r>
              <a:rPr lang="en-AT" dirty="0"/>
              <a:t>eal-time analysis</a:t>
            </a:r>
          </a:p>
          <a:p>
            <a:pPr lvl="1"/>
            <a:r>
              <a:rPr lang="en-AT" dirty="0"/>
              <a:t>Detect anomalies</a:t>
            </a:r>
          </a:p>
          <a:p>
            <a:r>
              <a:rPr lang="en-AT" dirty="0"/>
              <a:t>Business Analytics</a:t>
            </a:r>
          </a:p>
          <a:p>
            <a:r>
              <a:rPr lang="en-AT" dirty="0"/>
              <a:t>Geospatial Search</a:t>
            </a:r>
          </a:p>
        </p:txBody>
      </p:sp>
      <p:sp>
        <p:nvSpPr>
          <p:cNvPr id="4" name="TextBox 3">
            <a:extLst>
              <a:ext uri="{FF2B5EF4-FFF2-40B4-BE49-F238E27FC236}">
                <a16:creationId xmlns:a16="http://schemas.microsoft.com/office/drawing/2014/main" id="{6DAE37E7-D276-B9B4-2E2B-5569C1D71806}"/>
              </a:ext>
            </a:extLst>
          </p:cNvPr>
          <p:cNvSpPr txBox="1"/>
          <p:nvPr/>
        </p:nvSpPr>
        <p:spPr>
          <a:xfrm>
            <a:off x="1786270" y="2743200"/>
            <a:ext cx="184731" cy="369332"/>
          </a:xfrm>
          <a:prstGeom prst="rect">
            <a:avLst/>
          </a:prstGeom>
          <a:noFill/>
        </p:spPr>
        <p:txBody>
          <a:bodyPr wrap="none" rtlCol="0">
            <a:spAutoFit/>
          </a:bodyPr>
          <a:lstStyle/>
          <a:p>
            <a:endParaRPr lang="en-AT" dirty="0"/>
          </a:p>
        </p:txBody>
      </p:sp>
    </p:spTree>
    <p:extLst>
      <p:ext uri="{BB962C8B-B14F-4D97-AF65-F5344CB8AC3E}">
        <p14:creationId xmlns:p14="http://schemas.microsoft.com/office/powerpoint/2010/main" val="1120557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532FC-0F7F-FC65-BE78-DF618C2E3F98}"/>
              </a:ext>
            </a:extLst>
          </p:cNvPr>
          <p:cNvSpPr>
            <a:spLocks noGrp="1"/>
          </p:cNvSpPr>
          <p:nvPr>
            <p:ph type="title"/>
          </p:nvPr>
        </p:nvSpPr>
        <p:spPr/>
        <p:txBody>
          <a:bodyPr/>
          <a:lstStyle/>
          <a:p>
            <a:r>
              <a:rPr lang="en-AT" dirty="0"/>
              <a:t>Advantages &amp; Disadvantages</a:t>
            </a:r>
          </a:p>
        </p:txBody>
      </p:sp>
      <p:sp>
        <p:nvSpPr>
          <p:cNvPr id="3" name="Content Placeholder 2">
            <a:extLst>
              <a:ext uri="{FF2B5EF4-FFF2-40B4-BE49-F238E27FC236}">
                <a16:creationId xmlns:a16="http://schemas.microsoft.com/office/drawing/2014/main" id="{D18ED2D2-F5EB-D9EA-33EE-C825247E4685}"/>
              </a:ext>
            </a:extLst>
          </p:cNvPr>
          <p:cNvSpPr>
            <a:spLocks noGrp="1"/>
          </p:cNvSpPr>
          <p:nvPr>
            <p:ph sz="half" idx="1"/>
          </p:nvPr>
        </p:nvSpPr>
        <p:spPr/>
        <p:txBody>
          <a:bodyPr/>
          <a:lstStyle/>
          <a:p>
            <a:pPr>
              <a:buFont typeface="Wingdings" pitchFamily="2" charset="2"/>
              <a:buChar char="ü"/>
            </a:pPr>
            <a:r>
              <a:rPr lang="en-AT" dirty="0"/>
              <a:t>Horizontal scalability</a:t>
            </a:r>
          </a:p>
          <a:p>
            <a:pPr>
              <a:buFont typeface="Wingdings" pitchFamily="2" charset="2"/>
              <a:buChar char="ü"/>
            </a:pPr>
            <a:r>
              <a:rPr lang="en-AT" dirty="0"/>
              <a:t>Real-time search and analytics</a:t>
            </a:r>
          </a:p>
          <a:p>
            <a:pPr>
              <a:buFont typeface="Wingdings" pitchFamily="2" charset="2"/>
              <a:buChar char="ü"/>
            </a:pPr>
            <a:r>
              <a:rPr lang="en-AT" dirty="0"/>
              <a:t>Different Methods to query data (with Query DSL)</a:t>
            </a:r>
          </a:p>
          <a:p>
            <a:pPr>
              <a:buFont typeface="Wingdings" pitchFamily="2" charset="2"/>
              <a:buChar char="ü"/>
            </a:pPr>
            <a:r>
              <a:rPr lang="en-AT" dirty="0"/>
              <a:t>Ecosystem (Kibana)</a:t>
            </a:r>
          </a:p>
        </p:txBody>
      </p:sp>
      <p:sp>
        <p:nvSpPr>
          <p:cNvPr id="4" name="Content Placeholder 3">
            <a:extLst>
              <a:ext uri="{FF2B5EF4-FFF2-40B4-BE49-F238E27FC236}">
                <a16:creationId xmlns:a16="http://schemas.microsoft.com/office/drawing/2014/main" id="{5FA68D11-8F21-7B87-C6B9-D9027C83F746}"/>
              </a:ext>
            </a:extLst>
          </p:cNvPr>
          <p:cNvSpPr>
            <a:spLocks noGrp="1"/>
          </p:cNvSpPr>
          <p:nvPr>
            <p:ph sz="half" idx="2"/>
          </p:nvPr>
        </p:nvSpPr>
        <p:spPr/>
        <p:txBody>
          <a:bodyPr/>
          <a:lstStyle/>
          <a:p>
            <a:pPr>
              <a:buFont typeface="System Font Regular"/>
              <a:buChar char="-"/>
            </a:pPr>
            <a:r>
              <a:rPr lang="en-AT" dirty="0"/>
              <a:t>Complex Setup</a:t>
            </a:r>
          </a:p>
          <a:p>
            <a:pPr>
              <a:buFont typeface="System Font Regular"/>
              <a:buChar char="-"/>
            </a:pPr>
            <a:r>
              <a:rPr lang="en-AT" dirty="0"/>
              <a:t>Resource intensive</a:t>
            </a:r>
          </a:p>
          <a:p>
            <a:pPr>
              <a:buFont typeface="System Font Regular"/>
              <a:buChar char="-"/>
            </a:pPr>
            <a:r>
              <a:rPr lang="en-AT" dirty="0"/>
              <a:t>No ACID transactions</a:t>
            </a:r>
          </a:p>
          <a:p>
            <a:pPr>
              <a:buFont typeface="System Font Regular"/>
              <a:buChar char="-"/>
            </a:pPr>
            <a:endParaRPr lang="en-AT" dirty="0"/>
          </a:p>
        </p:txBody>
      </p:sp>
    </p:spTree>
    <p:extLst>
      <p:ext uri="{BB962C8B-B14F-4D97-AF65-F5344CB8AC3E}">
        <p14:creationId xmlns:p14="http://schemas.microsoft.com/office/powerpoint/2010/main" val="10867624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58ECD-E897-708E-68F5-7C5208030D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41C53-F01C-3330-1189-BE69A9141E53}"/>
              </a:ext>
            </a:extLst>
          </p:cNvPr>
          <p:cNvSpPr>
            <a:spLocks noGrp="1"/>
          </p:cNvSpPr>
          <p:nvPr>
            <p:ph type="title"/>
          </p:nvPr>
        </p:nvSpPr>
        <p:spPr/>
        <p:txBody>
          <a:bodyPr/>
          <a:lstStyle/>
          <a:p>
            <a:r>
              <a:rPr lang="en-AT" dirty="0"/>
              <a:t>Project</a:t>
            </a:r>
          </a:p>
        </p:txBody>
      </p:sp>
      <p:sp>
        <p:nvSpPr>
          <p:cNvPr id="3" name="Content Placeholder 2">
            <a:extLst>
              <a:ext uri="{FF2B5EF4-FFF2-40B4-BE49-F238E27FC236}">
                <a16:creationId xmlns:a16="http://schemas.microsoft.com/office/drawing/2014/main" id="{F28601E1-90B3-5370-A16D-580F502C541E}"/>
              </a:ext>
            </a:extLst>
          </p:cNvPr>
          <p:cNvSpPr>
            <a:spLocks noGrp="1"/>
          </p:cNvSpPr>
          <p:nvPr>
            <p:ph idx="1"/>
          </p:nvPr>
        </p:nvSpPr>
        <p:spPr/>
        <p:txBody>
          <a:bodyPr/>
          <a:lstStyle/>
          <a:p>
            <a:r>
              <a:rPr lang="en-AT" dirty="0"/>
              <a:t>Dataset of the F1 World Championship 1950 – 2024 used</a:t>
            </a:r>
          </a:p>
          <a:p>
            <a:pPr lvl="1"/>
            <a:r>
              <a:rPr lang="en-GB" u="sng" dirty="0">
                <a:hlinkClick r:id="rId3"/>
              </a:rPr>
              <a:t>https://www.kaggle.com/datasets/jtrotman/formula-1-race-data</a:t>
            </a:r>
            <a:endParaRPr lang="en-AT" dirty="0"/>
          </a:p>
          <a:p>
            <a:r>
              <a:rPr lang="en-AT" dirty="0"/>
              <a:t>Load data into Elasticsearch and query with an Python script</a:t>
            </a:r>
          </a:p>
          <a:p>
            <a:r>
              <a:rPr lang="en-AT" dirty="0"/>
              <a:t>Visual data with Kibana</a:t>
            </a:r>
          </a:p>
          <a:p>
            <a:r>
              <a:rPr lang="en-AT" dirty="0"/>
              <a:t>Elasticsearch &amp; Kibana running in a Docker-Container</a:t>
            </a:r>
          </a:p>
          <a:p>
            <a:pPr lvl="1"/>
            <a:r>
              <a:rPr lang="en-AT" dirty="0"/>
              <a:t>ES: </a:t>
            </a:r>
            <a:r>
              <a:rPr lang="en-GB" u="sng" dirty="0">
                <a:hlinkClick r:id="rId4"/>
              </a:rPr>
              <a:t>http://localhost:9200</a:t>
            </a:r>
            <a:r>
              <a:rPr lang="en-GB" dirty="0"/>
              <a:t> </a:t>
            </a:r>
          </a:p>
          <a:p>
            <a:pPr lvl="1"/>
            <a:r>
              <a:rPr lang="en-GB" dirty="0"/>
              <a:t>Kibana: </a:t>
            </a:r>
            <a:r>
              <a:rPr lang="en-GB" u="sng" dirty="0">
                <a:hlinkClick r:id="rId5"/>
              </a:rPr>
              <a:t>http://localhost:5601</a:t>
            </a:r>
            <a:endParaRPr lang="en-AT" dirty="0"/>
          </a:p>
        </p:txBody>
      </p:sp>
      <p:pic>
        <p:nvPicPr>
          <p:cNvPr id="8" name="Picture 7">
            <a:extLst>
              <a:ext uri="{FF2B5EF4-FFF2-40B4-BE49-F238E27FC236}">
                <a16:creationId xmlns:a16="http://schemas.microsoft.com/office/drawing/2014/main" id="{362D83B5-3DD0-9B3F-9D81-7713E41E4EA6}"/>
              </a:ext>
            </a:extLst>
          </p:cNvPr>
          <p:cNvPicPr>
            <a:picLocks noChangeAspect="1"/>
          </p:cNvPicPr>
          <p:nvPr/>
        </p:nvPicPr>
        <p:blipFill>
          <a:blip r:embed="rId6"/>
          <a:stretch>
            <a:fillRect/>
          </a:stretch>
        </p:blipFill>
        <p:spPr>
          <a:xfrm>
            <a:off x="712694" y="5629679"/>
            <a:ext cx="2913984" cy="662949"/>
          </a:xfrm>
          <a:prstGeom prst="rect">
            <a:avLst/>
          </a:prstGeom>
        </p:spPr>
      </p:pic>
      <p:pic>
        <p:nvPicPr>
          <p:cNvPr id="12" name="Graphic 11">
            <a:extLst>
              <a:ext uri="{FF2B5EF4-FFF2-40B4-BE49-F238E27FC236}">
                <a16:creationId xmlns:a16="http://schemas.microsoft.com/office/drawing/2014/main" id="{BBD05838-4320-07E6-5EB6-36445116C1D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209770" y="5438774"/>
            <a:ext cx="970990" cy="970990"/>
          </a:xfrm>
          <a:prstGeom prst="rect">
            <a:avLst/>
          </a:prstGeom>
        </p:spPr>
      </p:pic>
      <p:pic>
        <p:nvPicPr>
          <p:cNvPr id="14" name="Graphic 13">
            <a:extLst>
              <a:ext uri="{FF2B5EF4-FFF2-40B4-BE49-F238E27FC236}">
                <a16:creationId xmlns:a16="http://schemas.microsoft.com/office/drawing/2014/main" id="{4049D9A5-1C5A-88E2-E496-67D931A6EF7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668818" y="5348287"/>
            <a:ext cx="1066025" cy="1061477"/>
          </a:xfrm>
          <a:prstGeom prst="rect">
            <a:avLst/>
          </a:prstGeom>
        </p:spPr>
      </p:pic>
    </p:spTree>
    <p:extLst>
      <p:ext uri="{BB962C8B-B14F-4D97-AF65-F5344CB8AC3E}">
        <p14:creationId xmlns:p14="http://schemas.microsoft.com/office/powerpoint/2010/main" val="1767748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3B405F2-0145-1E9B-7881-A4E7FD301C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C38B5A-A436-392D-AA15-CC0FC774CA32}"/>
              </a:ext>
            </a:extLst>
          </p:cNvPr>
          <p:cNvSpPr>
            <a:spLocks noGrp="1"/>
          </p:cNvSpPr>
          <p:nvPr>
            <p:ph type="title"/>
          </p:nvPr>
        </p:nvSpPr>
        <p:spPr/>
        <p:txBody>
          <a:bodyPr/>
          <a:lstStyle/>
          <a:p>
            <a:r>
              <a:rPr lang="en-AT" dirty="0"/>
              <a:t>Project - </a:t>
            </a:r>
            <a:r>
              <a:rPr lang="en-GB" dirty="0"/>
              <a:t>Procedure</a:t>
            </a:r>
            <a:endParaRPr lang="en-AT" dirty="0"/>
          </a:p>
        </p:txBody>
      </p:sp>
      <p:sp>
        <p:nvSpPr>
          <p:cNvPr id="3" name="Content Placeholder 2">
            <a:extLst>
              <a:ext uri="{FF2B5EF4-FFF2-40B4-BE49-F238E27FC236}">
                <a16:creationId xmlns:a16="http://schemas.microsoft.com/office/drawing/2014/main" id="{A8150E4D-987F-EBD9-2146-AB164FEAB9F7}"/>
              </a:ext>
            </a:extLst>
          </p:cNvPr>
          <p:cNvSpPr>
            <a:spLocks noGrp="1"/>
          </p:cNvSpPr>
          <p:nvPr>
            <p:ph idx="1"/>
          </p:nvPr>
        </p:nvSpPr>
        <p:spPr/>
        <p:txBody>
          <a:bodyPr/>
          <a:lstStyle/>
          <a:p>
            <a:pPr marL="0" indent="0">
              <a:buNone/>
            </a:pPr>
            <a:r>
              <a:rPr lang="en-AT" dirty="0">
                <a:highlight>
                  <a:srgbClr val="FED20B"/>
                </a:highlight>
              </a:rPr>
              <a:t>Inserter</a:t>
            </a:r>
          </a:p>
          <a:p>
            <a:pPr marL="514350" indent="-514350">
              <a:buFont typeface="+mj-lt"/>
              <a:buAutoNum type="arabicPeriod"/>
            </a:pPr>
            <a:r>
              <a:rPr lang="en-AT" dirty="0"/>
              <a:t>Connect to Elasticsearch</a:t>
            </a:r>
          </a:p>
          <a:p>
            <a:pPr marL="514350" indent="-514350">
              <a:buFont typeface="+mj-lt"/>
              <a:buAutoNum type="arabicPeriod"/>
            </a:pPr>
            <a:r>
              <a:rPr lang="en-AT" dirty="0"/>
              <a:t>Load relevant CSV files</a:t>
            </a:r>
          </a:p>
          <a:p>
            <a:pPr marL="514350" indent="-514350">
              <a:buFont typeface="+mj-lt"/>
              <a:buAutoNum type="arabicPeriod"/>
            </a:pPr>
            <a:r>
              <a:rPr lang="en-AT" dirty="0"/>
              <a:t>Merge all 6 dataframes into one flat struture</a:t>
            </a:r>
          </a:p>
          <a:p>
            <a:pPr marL="514350" indent="-514350">
              <a:buFont typeface="+mj-lt"/>
              <a:buAutoNum type="arabicPeriod"/>
            </a:pPr>
            <a:r>
              <a:rPr lang="en-AT" dirty="0"/>
              <a:t>Creates one document for each race result row</a:t>
            </a:r>
          </a:p>
          <a:p>
            <a:pPr marL="514350" indent="-514350">
              <a:buFont typeface="+mj-lt"/>
              <a:buAutoNum type="arabicPeriod"/>
            </a:pPr>
            <a:r>
              <a:rPr lang="en-GB" dirty="0"/>
              <a:t>Create fresh index with mapping</a:t>
            </a:r>
          </a:p>
          <a:p>
            <a:pPr marL="514350" indent="-514350">
              <a:buFont typeface="+mj-lt"/>
              <a:buAutoNum type="arabicPeriod"/>
            </a:pPr>
            <a:r>
              <a:rPr lang="en-GB" dirty="0"/>
              <a:t>Send all documents in batches of 500</a:t>
            </a:r>
            <a:endParaRPr lang="en-AT" dirty="0"/>
          </a:p>
          <a:p>
            <a:pPr marL="514350" indent="-514350">
              <a:buFont typeface="+mj-lt"/>
              <a:buAutoNum type="arabicPeriod"/>
            </a:pPr>
            <a:endParaRPr lang="en-AT" dirty="0">
              <a:highlight>
                <a:srgbClr val="FED20B"/>
              </a:highlight>
            </a:endParaRPr>
          </a:p>
        </p:txBody>
      </p:sp>
      <p:pic>
        <p:nvPicPr>
          <p:cNvPr id="4" name="Picture 3">
            <a:extLst>
              <a:ext uri="{FF2B5EF4-FFF2-40B4-BE49-F238E27FC236}">
                <a16:creationId xmlns:a16="http://schemas.microsoft.com/office/drawing/2014/main" id="{D4A3BE3D-6829-90F0-C2FD-DFF5BBE7BF36}"/>
              </a:ext>
            </a:extLst>
          </p:cNvPr>
          <p:cNvPicPr>
            <a:picLocks noChangeAspect="1"/>
          </p:cNvPicPr>
          <p:nvPr/>
        </p:nvPicPr>
        <p:blipFill>
          <a:blip r:embed="rId3"/>
          <a:stretch>
            <a:fillRect/>
          </a:stretch>
        </p:blipFill>
        <p:spPr>
          <a:xfrm>
            <a:off x="5624804" y="813610"/>
            <a:ext cx="5814527" cy="2440665"/>
          </a:xfrm>
          <a:prstGeom prst="rect">
            <a:avLst/>
          </a:prstGeom>
        </p:spPr>
      </p:pic>
    </p:spTree>
    <p:extLst>
      <p:ext uri="{BB962C8B-B14F-4D97-AF65-F5344CB8AC3E}">
        <p14:creationId xmlns:p14="http://schemas.microsoft.com/office/powerpoint/2010/main" val="2637642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104AE8E-B637-8336-8671-E08112D7E6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1A83A8-3F23-1FA5-333A-B9AFC597772F}"/>
              </a:ext>
            </a:extLst>
          </p:cNvPr>
          <p:cNvSpPr>
            <a:spLocks noGrp="1"/>
          </p:cNvSpPr>
          <p:nvPr>
            <p:ph type="title"/>
          </p:nvPr>
        </p:nvSpPr>
        <p:spPr/>
        <p:txBody>
          <a:bodyPr/>
          <a:lstStyle/>
          <a:p>
            <a:r>
              <a:rPr lang="en-AT" dirty="0"/>
              <a:t>Project - </a:t>
            </a:r>
            <a:r>
              <a:rPr lang="en-GB" dirty="0"/>
              <a:t>Procedure</a:t>
            </a:r>
            <a:endParaRPr lang="en-AT" dirty="0"/>
          </a:p>
        </p:txBody>
      </p:sp>
      <p:sp>
        <p:nvSpPr>
          <p:cNvPr id="3" name="Content Placeholder 2">
            <a:extLst>
              <a:ext uri="{FF2B5EF4-FFF2-40B4-BE49-F238E27FC236}">
                <a16:creationId xmlns:a16="http://schemas.microsoft.com/office/drawing/2014/main" id="{D50A77B4-C0BE-C327-3ED9-0966043320DA}"/>
              </a:ext>
            </a:extLst>
          </p:cNvPr>
          <p:cNvSpPr>
            <a:spLocks noGrp="1"/>
          </p:cNvSpPr>
          <p:nvPr>
            <p:ph idx="1"/>
          </p:nvPr>
        </p:nvSpPr>
        <p:spPr/>
        <p:txBody>
          <a:bodyPr/>
          <a:lstStyle/>
          <a:p>
            <a:pPr marL="0" indent="0">
              <a:buNone/>
            </a:pPr>
            <a:r>
              <a:rPr lang="en-AT" dirty="0">
                <a:highlight>
                  <a:srgbClr val="FED20B"/>
                </a:highlight>
              </a:rPr>
              <a:t>Queries</a:t>
            </a:r>
          </a:p>
          <a:p>
            <a:pPr marL="514350" indent="-514350">
              <a:buFont typeface="+mj-lt"/>
              <a:buAutoNum type="arabicPeriod"/>
            </a:pPr>
            <a:r>
              <a:rPr lang="en-AT" dirty="0"/>
              <a:t>Run queries with the Python script</a:t>
            </a:r>
          </a:p>
          <a:p>
            <a:pPr lvl="1"/>
            <a:r>
              <a:rPr lang="en-GB" dirty="0" err="1"/>
              <a:t>search_race_by_name</a:t>
            </a:r>
            <a:r>
              <a:rPr lang="en-GB" dirty="0"/>
              <a:t>()</a:t>
            </a:r>
          </a:p>
          <a:p>
            <a:pPr lvl="1"/>
            <a:r>
              <a:rPr lang="en-GB" dirty="0" err="1"/>
              <a:t>search_driver_fuzzy</a:t>
            </a:r>
            <a:r>
              <a:rPr lang="en-GB" dirty="0"/>
              <a:t>()</a:t>
            </a:r>
          </a:p>
          <a:p>
            <a:pPr lvl="1"/>
            <a:r>
              <a:rPr lang="en-GB" dirty="0" err="1"/>
              <a:t>filter_races_by_country</a:t>
            </a:r>
            <a:r>
              <a:rPr lang="en-GB" dirty="0"/>
              <a:t>()</a:t>
            </a:r>
          </a:p>
          <a:p>
            <a:pPr lvl="1"/>
            <a:r>
              <a:rPr lang="en-GB" dirty="0"/>
              <a:t>...</a:t>
            </a:r>
          </a:p>
          <a:p>
            <a:pPr marL="457200" lvl="1" indent="0">
              <a:buNone/>
            </a:pPr>
            <a:endParaRPr lang="en-GB" dirty="0"/>
          </a:p>
          <a:p>
            <a:pPr lvl="1"/>
            <a:endParaRPr lang="en-AT" dirty="0"/>
          </a:p>
        </p:txBody>
      </p:sp>
    </p:spTree>
    <p:extLst>
      <p:ext uri="{BB962C8B-B14F-4D97-AF65-F5344CB8AC3E}">
        <p14:creationId xmlns:p14="http://schemas.microsoft.com/office/powerpoint/2010/main" val="1046592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FDD62C1-972B-7155-72CC-4192E3E3FE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ACE5B4-663C-FCCB-9422-0297BBA07D86}"/>
              </a:ext>
            </a:extLst>
          </p:cNvPr>
          <p:cNvSpPr>
            <a:spLocks noGrp="1"/>
          </p:cNvSpPr>
          <p:nvPr>
            <p:ph type="title"/>
          </p:nvPr>
        </p:nvSpPr>
        <p:spPr/>
        <p:txBody>
          <a:bodyPr/>
          <a:lstStyle/>
          <a:p>
            <a:r>
              <a:rPr lang="en-AT" dirty="0"/>
              <a:t>Project - </a:t>
            </a:r>
            <a:r>
              <a:rPr lang="en-GB" dirty="0"/>
              <a:t>Visualization</a:t>
            </a:r>
            <a:endParaRPr lang="en-AT" dirty="0"/>
          </a:p>
        </p:txBody>
      </p:sp>
      <p:sp>
        <p:nvSpPr>
          <p:cNvPr id="5" name="Content Placeholder 2">
            <a:extLst>
              <a:ext uri="{FF2B5EF4-FFF2-40B4-BE49-F238E27FC236}">
                <a16:creationId xmlns:a16="http://schemas.microsoft.com/office/drawing/2014/main" id="{788EA181-02ED-E0EF-9B45-B879620515B1}"/>
              </a:ext>
            </a:extLst>
          </p:cNvPr>
          <p:cNvSpPr>
            <a:spLocks noGrp="1"/>
          </p:cNvSpPr>
          <p:nvPr>
            <p:ph idx="1"/>
          </p:nvPr>
        </p:nvSpPr>
        <p:spPr>
          <a:xfrm>
            <a:off x="838200" y="1825625"/>
            <a:ext cx="10515600" cy="4351338"/>
          </a:xfrm>
        </p:spPr>
        <p:txBody>
          <a:bodyPr/>
          <a:lstStyle/>
          <a:p>
            <a:pPr marL="0" indent="0">
              <a:buNone/>
            </a:pPr>
            <a:r>
              <a:rPr lang="en-AT" dirty="0">
                <a:highlight>
                  <a:srgbClr val="FED20B"/>
                </a:highlight>
              </a:rPr>
              <a:t>Kibana</a:t>
            </a:r>
          </a:p>
          <a:p>
            <a:r>
              <a:rPr lang="en-GB" noProof="1"/>
              <a:t>Dashboard for visualization</a:t>
            </a:r>
          </a:p>
          <a:p>
            <a:pPr marL="514350" indent="-514350">
              <a:buFont typeface="+mj-lt"/>
              <a:buAutoNum type="arabicPeriod"/>
            </a:pPr>
            <a:endParaRPr lang="en-AT" dirty="0"/>
          </a:p>
          <a:p>
            <a:pPr marL="514350" indent="-514350">
              <a:buFont typeface="+mj-lt"/>
              <a:buAutoNum type="arabicPeriod"/>
            </a:pPr>
            <a:endParaRPr lang="en-AT" dirty="0">
              <a:highlight>
                <a:srgbClr val="FED20B"/>
              </a:highlight>
            </a:endParaRPr>
          </a:p>
        </p:txBody>
      </p:sp>
      <p:pic>
        <p:nvPicPr>
          <p:cNvPr id="6" name="Picture 5">
            <a:extLst>
              <a:ext uri="{FF2B5EF4-FFF2-40B4-BE49-F238E27FC236}">
                <a16:creationId xmlns:a16="http://schemas.microsoft.com/office/drawing/2014/main" id="{468880F9-9DDB-3941-552B-AF2F55F5F15F}"/>
              </a:ext>
            </a:extLst>
          </p:cNvPr>
          <p:cNvPicPr>
            <a:picLocks noChangeAspect="1"/>
          </p:cNvPicPr>
          <p:nvPr/>
        </p:nvPicPr>
        <p:blipFill>
          <a:blip r:embed="rId3"/>
          <a:stretch>
            <a:fillRect/>
          </a:stretch>
        </p:blipFill>
        <p:spPr>
          <a:xfrm>
            <a:off x="838200" y="2877563"/>
            <a:ext cx="7170501" cy="3980437"/>
          </a:xfrm>
          <a:prstGeom prst="rect">
            <a:avLst/>
          </a:prstGeom>
        </p:spPr>
      </p:pic>
    </p:spTree>
    <p:extLst>
      <p:ext uri="{BB962C8B-B14F-4D97-AF65-F5344CB8AC3E}">
        <p14:creationId xmlns:p14="http://schemas.microsoft.com/office/powerpoint/2010/main" val="17611484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CC6DF-AEDA-F8F9-E695-7AB8795E5170}"/>
              </a:ext>
            </a:extLst>
          </p:cNvPr>
          <p:cNvSpPr>
            <a:spLocks noGrp="1"/>
          </p:cNvSpPr>
          <p:nvPr>
            <p:ph type="title"/>
          </p:nvPr>
        </p:nvSpPr>
        <p:spPr>
          <a:xfrm>
            <a:off x="831850" y="378479"/>
            <a:ext cx="10515600" cy="2852737"/>
          </a:xfrm>
        </p:spPr>
        <p:txBody>
          <a:bodyPr/>
          <a:lstStyle/>
          <a:p>
            <a:pPr algn="ctr"/>
            <a:r>
              <a:rPr lang="en-AT" dirty="0"/>
              <a:t>Thanks for your attention</a:t>
            </a:r>
          </a:p>
        </p:txBody>
      </p:sp>
      <p:sp>
        <p:nvSpPr>
          <p:cNvPr id="3" name="Text Placeholder 2">
            <a:extLst>
              <a:ext uri="{FF2B5EF4-FFF2-40B4-BE49-F238E27FC236}">
                <a16:creationId xmlns:a16="http://schemas.microsoft.com/office/drawing/2014/main" id="{AF114B10-FD43-0433-7856-193283D2CA94}"/>
              </a:ext>
            </a:extLst>
          </p:cNvPr>
          <p:cNvSpPr>
            <a:spLocks noGrp="1"/>
          </p:cNvSpPr>
          <p:nvPr>
            <p:ph type="body" idx="1"/>
          </p:nvPr>
        </p:nvSpPr>
        <p:spPr>
          <a:xfrm>
            <a:off x="831850" y="3231216"/>
            <a:ext cx="10515600" cy="1500187"/>
          </a:xfrm>
        </p:spPr>
        <p:txBody>
          <a:bodyPr/>
          <a:lstStyle/>
          <a:p>
            <a:pPr algn="ctr"/>
            <a:r>
              <a:rPr lang="en-AT" dirty="0"/>
              <a:t>Any questions?</a:t>
            </a:r>
          </a:p>
        </p:txBody>
      </p:sp>
    </p:spTree>
    <p:extLst>
      <p:ext uri="{BB962C8B-B14F-4D97-AF65-F5344CB8AC3E}">
        <p14:creationId xmlns:p14="http://schemas.microsoft.com/office/powerpoint/2010/main" val="35622364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40E01-CDD9-D911-B6E4-C23364C60D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8DF827-683D-4F14-0B5C-83247C9C14BD}"/>
              </a:ext>
            </a:extLst>
          </p:cNvPr>
          <p:cNvSpPr>
            <a:spLocks noGrp="1"/>
          </p:cNvSpPr>
          <p:nvPr>
            <p:ph type="title"/>
          </p:nvPr>
        </p:nvSpPr>
        <p:spPr/>
        <p:txBody>
          <a:bodyPr/>
          <a:lstStyle/>
          <a:p>
            <a:r>
              <a:rPr lang="en-AT" dirty="0"/>
              <a:t>Sources</a:t>
            </a:r>
          </a:p>
        </p:txBody>
      </p:sp>
      <p:sp>
        <p:nvSpPr>
          <p:cNvPr id="3" name="Content Placeholder 2">
            <a:extLst>
              <a:ext uri="{FF2B5EF4-FFF2-40B4-BE49-F238E27FC236}">
                <a16:creationId xmlns:a16="http://schemas.microsoft.com/office/drawing/2014/main" id="{60FA3BAB-992A-3A42-1763-1D513CF9FBD7}"/>
              </a:ext>
            </a:extLst>
          </p:cNvPr>
          <p:cNvSpPr>
            <a:spLocks noGrp="1"/>
          </p:cNvSpPr>
          <p:nvPr>
            <p:ph idx="1"/>
          </p:nvPr>
        </p:nvSpPr>
        <p:spPr/>
        <p:txBody>
          <a:bodyPr/>
          <a:lstStyle/>
          <a:p>
            <a:r>
              <a:rPr lang="en-GB" sz="1800" dirty="0">
                <a:hlinkClick r:id="rId3"/>
              </a:rPr>
              <a:t>https://www.purestorage.com/knowledge/elasticsearch-architecture.html</a:t>
            </a:r>
            <a:endParaRPr lang="en-GB" sz="1800" dirty="0"/>
          </a:p>
          <a:p>
            <a:r>
              <a:rPr lang="en-GB" sz="1800" dirty="0">
                <a:hlinkClick r:id="rId4"/>
              </a:rPr>
              <a:t>https://www.geeksforgeeks.org/elasticsearch/elasticsearch-architecture/</a:t>
            </a:r>
            <a:endParaRPr lang="en-AT" sz="1800" dirty="0"/>
          </a:p>
          <a:p>
            <a:r>
              <a:rPr lang="en-GB" sz="1800" dirty="0">
                <a:hlinkClick r:id="rId5"/>
              </a:rPr>
              <a:t>https://www.geeksforgeeks.org/elasticsearch/what-is-elastic-search-and-why-is-it-used/</a:t>
            </a:r>
            <a:endParaRPr lang="en-GB" sz="1800" dirty="0"/>
          </a:p>
          <a:p>
            <a:r>
              <a:rPr lang="en-GB" sz="1800" dirty="0">
                <a:hlinkClick r:id="rId6"/>
              </a:rPr>
              <a:t>https://www.elastic.co/elasticsearch/features</a:t>
            </a:r>
            <a:endParaRPr lang="en-GB" sz="1800" dirty="0"/>
          </a:p>
          <a:p>
            <a:r>
              <a:rPr lang="en-GB" sz="1800" dirty="0">
                <a:hlinkClick r:id="rId7"/>
              </a:rPr>
              <a:t>https://www.elastic.co/kibana</a:t>
            </a:r>
            <a:endParaRPr lang="en-GB" sz="1800" dirty="0"/>
          </a:p>
          <a:p>
            <a:endParaRPr lang="en-GB" sz="1800" dirty="0"/>
          </a:p>
          <a:p>
            <a:endParaRPr lang="en-GB" dirty="0"/>
          </a:p>
          <a:p>
            <a:endParaRPr lang="en-AT" dirty="0"/>
          </a:p>
        </p:txBody>
      </p:sp>
    </p:spTree>
    <p:extLst>
      <p:ext uri="{BB962C8B-B14F-4D97-AF65-F5344CB8AC3E}">
        <p14:creationId xmlns:p14="http://schemas.microsoft.com/office/powerpoint/2010/main" val="1642581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886</TotalTime>
  <Words>1455</Words>
  <Application>Microsoft Macintosh PowerPoint</Application>
  <PresentationFormat>Widescreen</PresentationFormat>
  <Paragraphs>205</Paragraphs>
  <Slides>20</Slides>
  <Notes>18</Notes>
  <HiddenSlides>5</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System Font Regular</vt:lpstr>
      <vt:lpstr>Wingdings</vt:lpstr>
      <vt:lpstr>Office Theme</vt:lpstr>
      <vt:lpstr>elasticsearch</vt:lpstr>
      <vt:lpstr>Agenda</vt:lpstr>
      <vt:lpstr>What is Elasticsearch?</vt:lpstr>
      <vt:lpstr>What is Elasticsearch?</vt:lpstr>
      <vt:lpstr>Architecture</vt:lpstr>
      <vt:lpstr>PowerPoint Presentation</vt:lpstr>
      <vt:lpstr>Key features</vt:lpstr>
      <vt:lpstr>How does it work</vt:lpstr>
      <vt:lpstr>How does it work</vt:lpstr>
      <vt:lpstr>How does it work</vt:lpstr>
      <vt:lpstr>Query Language &amp; API</vt:lpstr>
      <vt:lpstr>Query Language &amp; API</vt:lpstr>
      <vt:lpstr>Usecases</vt:lpstr>
      <vt:lpstr>Advantages &amp; Disadvantages</vt:lpstr>
      <vt:lpstr>Project</vt:lpstr>
      <vt:lpstr>Project - Procedure</vt:lpstr>
      <vt:lpstr>Project - Procedure</vt:lpstr>
      <vt:lpstr>Project - Visualization</vt:lpstr>
      <vt:lpstr>Thanks for your attention</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Kopf Fabian - s2410824006</dc:creator>
  <cp:lastModifiedBy>Kopf Fabian - s2410824006</cp:lastModifiedBy>
  <cp:revision>82</cp:revision>
  <dcterms:created xsi:type="dcterms:W3CDTF">2026-05-01T13:40:05Z</dcterms:created>
  <dcterms:modified xsi:type="dcterms:W3CDTF">2026-05-16T11:26:01Z</dcterms:modified>
</cp:coreProperties>
</file>