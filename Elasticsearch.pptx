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p:restoredTop sz="88977"/>
  </p:normalViewPr>
  <p:slideViewPr>
    <p:cSldViewPr snapToGrid="0">
      <p:cViewPr varScale="1">
        <p:scale>
          <a:sx n="137" d="100"/>
          <a:sy n="137" d="100"/>
        </p:scale>
        <p:origin x="98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15.05.26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Support real time indexing and </a:t>
            </a:r>
            <a:r>
              <a:rPr lang="en-GB" sz="1200" b="0" i="0" u="none" strike="noStrike" kern="1200" dirty="0" err="1">
                <a:solidFill>
                  <a:schemeClr val="tx1"/>
                </a:solidFill>
                <a:effectLst/>
                <a:latin typeface="+mn-lt"/>
                <a:ea typeface="+mn-ea"/>
                <a:cs typeface="+mn-cs"/>
              </a:rPr>
              <a:t>quering</a:t>
            </a:r>
            <a:r>
              <a:rPr lang="en-GB" sz="1200" b="0" i="0" u="none" strike="noStrike" kern="1200" dirty="0">
                <a:solidFill>
                  <a:schemeClr val="tx1"/>
                </a:solidFill>
                <a:effectLst/>
                <a:latin typeface="+mn-lt"/>
                <a:ea typeface="+mn-ea"/>
                <a:cs typeface="+mn-cs"/>
              </a:rPr>
              <a:t>, making it suitable for use cases that require up-to-date insights from continuously changing 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queries, radius filters and map-based visualizations — used in booking platforms, logistics and asset tracking</a:t>
            </a:r>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5/15/26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15.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Advanteges &amp; Disadvanteges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1010388" y="4267051"/>
            <a:ext cx="3221369" cy="2400832"/>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Advanteges &amp; Disadvanteges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806</TotalTime>
  <Words>1378</Words>
  <Application>Microsoft Macintosh PowerPoint</Application>
  <PresentationFormat>Widescreen</PresentationFormat>
  <Paragraphs>200</Paragraphs>
  <Slides>20</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Advanteges &amp; Disadvanteges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73</cp:revision>
  <dcterms:created xsi:type="dcterms:W3CDTF">2026-05-01T13:40:05Z</dcterms:created>
  <dcterms:modified xsi:type="dcterms:W3CDTF">2026-05-15T07:37:39Z</dcterms:modified>
</cp:coreProperties>
</file>